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10287000" cx="18288000"/>
  <p:notesSz cx="6858000" cy="9144000"/>
  <p:embeddedFontLst>
    <p:embeddedFont>
      <p:font typeface="Robo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1" roundtripDataSignature="AMtx7mi1mIGt/MlEtroUPqGxVR/0Le2z4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italic.fntdata"/><Relationship Id="rId6" Type="http://schemas.openxmlformats.org/officeDocument/2006/relationships/slide" Target="slides/slide1.xml"/><Relationship Id="rId18"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1"/>
          <p:cNvSpPr/>
          <p:nvPr>
            <p:ph idx="2" type="pic"/>
          </p:nvPr>
        </p:nvSpPr>
        <p:spPr>
          <a:xfrm>
            <a:off x="1792288" y="612775"/>
            <a:ext cx="5486400" cy="4114800"/>
          </a:xfrm>
          <a:prstGeom prst="rect">
            <a:avLst/>
          </a:prstGeom>
          <a:noFill/>
          <a:ln>
            <a:noFill/>
          </a:ln>
        </p:spPr>
      </p:sp>
      <p:sp>
        <p:nvSpPr>
          <p:cNvPr id="64" name="Google Shape;64;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7.png"/><Relationship Id="rId11" Type="http://schemas.openxmlformats.org/officeDocument/2006/relationships/image" Target="../media/image11.png"/><Relationship Id="rId10" Type="http://schemas.openxmlformats.org/officeDocument/2006/relationships/image" Target="../media/image5.png"/><Relationship Id="rId12" Type="http://schemas.openxmlformats.org/officeDocument/2006/relationships/image" Target="../media/image2.png"/><Relationship Id="rId9"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6.jpg"/><Relationship Id="rId7" Type="http://schemas.openxmlformats.org/officeDocument/2006/relationships/image" Target="../media/image12.png"/><Relationship Id="rId8"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jpg"/><Relationship Id="rId4" Type="http://schemas.openxmlformats.org/officeDocument/2006/relationships/image" Target="../media/image7.png"/><Relationship Id="rId5"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g"/><Relationship Id="rId4" Type="http://schemas.openxmlformats.org/officeDocument/2006/relationships/image" Target="../media/image7.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jpg"/><Relationship Id="rId4" Type="http://schemas.openxmlformats.org/officeDocument/2006/relationships/image" Target="../media/image7.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jpg"/><Relationship Id="rId4" Type="http://schemas.openxmlformats.org/officeDocument/2006/relationships/image" Target="../media/image7.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jpg"/><Relationship Id="rId4" Type="http://schemas.openxmlformats.org/officeDocument/2006/relationships/image" Target="../media/image7.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7.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jpg"/><Relationship Id="rId4" Type="http://schemas.openxmlformats.org/officeDocument/2006/relationships/image" Target="../media/image7.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jpg"/><Relationship Id="rId4" Type="http://schemas.openxmlformats.org/officeDocument/2006/relationships/image" Target="../media/image7.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jpg"/><Relationship Id="rId4" Type="http://schemas.openxmlformats.org/officeDocument/2006/relationships/image" Target="../media/image7.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jpg"/><Relationship Id="rId4" Type="http://schemas.openxmlformats.org/officeDocument/2006/relationships/image" Target="../media/image9.png"/><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grpSp>
        <p:nvGrpSpPr>
          <p:cNvPr id="84" name="Google Shape;84;p1"/>
          <p:cNvGrpSpPr/>
          <p:nvPr/>
        </p:nvGrpSpPr>
        <p:grpSpPr>
          <a:xfrm>
            <a:off x="-152541" y="8620365"/>
            <a:ext cx="19464737" cy="3230761"/>
            <a:chOff x="0" y="-38100"/>
            <a:chExt cx="5126515" cy="850900"/>
          </a:xfrm>
        </p:grpSpPr>
        <p:sp>
          <p:nvSpPr>
            <p:cNvPr id="85" name="Google Shape;85;p1"/>
            <p:cNvSpPr/>
            <p:nvPr/>
          </p:nvSpPr>
          <p:spPr>
            <a:xfrm>
              <a:off x="0" y="0"/>
              <a:ext cx="5126515" cy="812800"/>
            </a:xfrm>
            <a:custGeom>
              <a:rect b="b" l="l" r="r" t="t"/>
              <a:pathLst>
                <a:path extrusionOk="0" h="812800" w="5126515">
                  <a:moveTo>
                    <a:pt x="0" y="0"/>
                  </a:moveTo>
                  <a:lnTo>
                    <a:pt x="5126515" y="0"/>
                  </a:lnTo>
                  <a:lnTo>
                    <a:pt x="5126515" y="812800"/>
                  </a:lnTo>
                  <a:lnTo>
                    <a:pt x="0" y="812800"/>
                  </a:lnTo>
                  <a:close/>
                </a:path>
              </a:pathLst>
            </a:custGeom>
            <a:solidFill>
              <a:srgbClr val="5AAD59"/>
            </a:solidFill>
            <a:ln>
              <a:noFill/>
            </a:ln>
          </p:spPr>
        </p:sp>
        <p:sp>
          <p:nvSpPr>
            <p:cNvPr id="86" name="Google Shape;86;p1"/>
            <p:cNvSpPr txBox="1"/>
            <p:nvPr/>
          </p:nvSpPr>
          <p:spPr>
            <a:xfrm>
              <a:off x="0" y="-38100"/>
              <a:ext cx="5126515"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7" name="Google Shape;87;p1"/>
          <p:cNvGrpSpPr/>
          <p:nvPr/>
        </p:nvGrpSpPr>
        <p:grpSpPr>
          <a:xfrm>
            <a:off x="-3710668" y="6011466"/>
            <a:ext cx="7421336" cy="6493669"/>
            <a:chOff x="0" y="0"/>
            <a:chExt cx="812800" cy="711200"/>
          </a:xfrm>
        </p:grpSpPr>
        <p:sp>
          <p:nvSpPr>
            <p:cNvPr id="88" name="Google Shape;88;p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89" name="Google Shape;89;p1"/>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0" name="Google Shape;90;p1"/>
          <p:cNvGrpSpPr/>
          <p:nvPr/>
        </p:nvGrpSpPr>
        <p:grpSpPr>
          <a:xfrm rot="10800000">
            <a:off x="-1024196" y="5738089"/>
            <a:ext cx="2052896" cy="1796284"/>
            <a:chOff x="0" y="0"/>
            <a:chExt cx="812800" cy="711200"/>
          </a:xfrm>
        </p:grpSpPr>
        <p:sp>
          <p:nvSpPr>
            <p:cNvPr id="91" name="Google Shape;91;p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92" name="Google Shape;92;p1"/>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3" name="Google Shape;93;p1"/>
          <p:cNvGrpSpPr/>
          <p:nvPr/>
        </p:nvGrpSpPr>
        <p:grpSpPr>
          <a:xfrm rot="10800000">
            <a:off x="14577332" y="-2218134"/>
            <a:ext cx="7421336" cy="6493669"/>
            <a:chOff x="0" y="0"/>
            <a:chExt cx="812800" cy="711200"/>
          </a:xfrm>
        </p:grpSpPr>
        <p:sp>
          <p:nvSpPr>
            <p:cNvPr id="94" name="Google Shape;94;p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95" name="Google Shape;95;p1"/>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6" name="Google Shape;96;p1"/>
          <p:cNvGrpSpPr/>
          <p:nvPr/>
        </p:nvGrpSpPr>
        <p:grpSpPr>
          <a:xfrm>
            <a:off x="17259300" y="2931737"/>
            <a:ext cx="2052896" cy="1796284"/>
            <a:chOff x="0" y="0"/>
            <a:chExt cx="812800" cy="711200"/>
          </a:xfrm>
        </p:grpSpPr>
        <p:sp>
          <p:nvSpPr>
            <p:cNvPr id="97" name="Google Shape;97;p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98" name="Google Shape;98;p1"/>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9" name="Google Shape;99;p1"/>
          <p:cNvGrpSpPr/>
          <p:nvPr/>
        </p:nvGrpSpPr>
        <p:grpSpPr>
          <a:xfrm rot="10800000">
            <a:off x="17259300" y="4728021"/>
            <a:ext cx="2052896" cy="1796284"/>
            <a:chOff x="0" y="0"/>
            <a:chExt cx="812800" cy="711200"/>
          </a:xfrm>
        </p:grpSpPr>
        <p:sp>
          <p:nvSpPr>
            <p:cNvPr id="100" name="Google Shape;100;p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101" name="Google Shape;101;p1"/>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2" name="Google Shape;102;p1"/>
          <p:cNvGrpSpPr/>
          <p:nvPr/>
        </p:nvGrpSpPr>
        <p:grpSpPr>
          <a:xfrm>
            <a:off x="-1024196" y="3941805"/>
            <a:ext cx="2052896" cy="1796284"/>
            <a:chOff x="0" y="0"/>
            <a:chExt cx="812800" cy="711200"/>
          </a:xfrm>
        </p:grpSpPr>
        <p:sp>
          <p:nvSpPr>
            <p:cNvPr id="103" name="Google Shape;103;p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104" name="Google Shape;104;p1"/>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5" name="Google Shape;105;p1"/>
          <p:cNvSpPr/>
          <p:nvPr/>
        </p:nvSpPr>
        <p:spPr>
          <a:xfrm>
            <a:off x="14577332" y="590225"/>
            <a:ext cx="2212466" cy="1884312"/>
          </a:xfrm>
          <a:custGeom>
            <a:rect b="b" l="l" r="r" t="t"/>
            <a:pathLst>
              <a:path extrusionOk="0" h="1884312" w="2212466">
                <a:moveTo>
                  <a:pt x="0" y="0"/>
                </a:moveTo>
                <a:lnTo>
                  <a:pt x="2212466" y="0"/>
                </a:lnTo>
                <a:lnTo>
                  <a:pt x="2212466" y="1884312"/>
                </a:lnTo>
                <a:lnTo>
                  <a:pt x="0" y="1884312"/>
                </a:lnTo>
                <a:lnTo>
                  <a:pt x="0" y="0"/>
                </a:lnTo>
                <a:close/>
              </a:path>
            </a:pathLst>
          </a:custGeom>
          <a:blipFill rotWithShape="1">
            <a:blip r:embed="rId3">
              <a:alphaModFix/>
            </a:blip>
            <a:stretch>
              <a:fillRect b="-26334" l="-9405" r="-9405" t="-13168"/>
            </a:stretch>
          </a:blipFill>
          <a:ln>
            <a:noFill/>
          </a:ln>
        </p:spPr>
      </p:sp>
      <p:sp>
        <p:nvSpPr>
          <p:cNvPr id="106" name="Google Shape;106;p1"/>
          <p:cNvSpPr/>
          <p:nvPr/>
        </p:nvSpPr>
        <p:spPr>
          <a:xfrm>
            <a:off x="1526400" y="568383"/>
            <a:ext cx="1791127" cy="1906154"/>
          </a:xfrm>
          <a:custGeom>
            <a:rect b="b" l="l" r="r" t="t"/>
            <a:pathLst>
              <a:path extrusionOk="0" h="1906154" w="1791127">
                <a:moveTo>
                  <a:pt x="0" y="0"/>
                </a:moveTo>
                <a:lnTo>
                  <a:pt x="1791127" y="0"/>
                </a:lnTo>
                <a:lnTo>
                  <a:pt x="1791127" y="1906154"/>
                </a:lnTo>
                <a:lnTo>
                  <a:pt x="0" y="1906154"/>
                </a:lnTo>
                <a:lnTo>
                  <a:pt x="0" y="0"/>
                </a:lnTo>
                <a:close/>
              </a:path>
            </a:pathLst>
          </a:custGeom>
          <a:blipFill rotWithShape="1">
            <a:blip r:embed="rId4">
              <a:alphaModFix/>
            </a:blip>
            <a:stretch>
              <a:fillRect b="0" l="0" r="0" t="0"/>
            </a:stretch>
          </a:blipFill>
          <a:ln>
            <a:noFill/>
          </a:ln>
        </p:spPr>
      </p:sp>
      <p:grpSp>
        <p:nvGrpSpPr>
          <p:cNvPr id="107" name="Google Shape;107;p1"/>
          <p:cNvGrpSpPr/>
          <p:nvPr/>
        </p:nvGrpSpPr>
        <p:grpSpPr>
          <a:xfrm>
            <a:off x="2821207" y="9088876"/>
            <a:ext cx="14292714" cy="1079209"/>
            <a:chOff x="0" y="0"/>
            <a:chExt cx="19056952" cy="1438945"/>
          </a:xfrm>
        </p:grpSpPr>
        <p:sp>
          <p:nvSpPr>
            <p:cNvPr id="108" name="Google Shape;108;p1"/>
            <p:cNvSpPr/>
            <p:nvPr/>
          </p:nvSpPr>
          <p:spPr>
            <a:xfrm>
              <a:off x="3572077" y="245072"/>
              <a:ext cx="4548558" cy="948801"/>
            </a:xfrm>
            <a:custGeom>
              <a:rect b="b" l="l" r="r" t="t"/>
              <a:pathLst>
                <a:path extrusionOk="0" h="948801" w="4548558">
                  <a:moveTo>
                    <a:pt x="0" y="0"/>
                  </a:moveTo>
                  <a:lnTo>
                    <a:pt x="4548558" y="0"/>
                  </a:lnTo>
                  <a:lnTo>
                    <a:pt x="4548558" y="948801"/>
                  </a:lnTo>
                  <a:lnTo>
                    <a:pt x="0" y="948801"/>
                  </a:lnTo>
                  <a:lnTo>
                    <a:pt x="0" y="0"/>
                  </a:lnTo>
                  <a:close/>
                </a:path>
              </a:pathLst>
            </a:custGeom>
            <a:blipFill rotWithShape="1">
              <a:blip r:embed="rId5">
                <a:alphaModFix/>
              </a:blip>
              <a:stretch>
                <a:fillRect b="-49761" l="-4043" r="0" t="-9424"/>
              </a:stretch>
            </a:blipFill>
            <a:ln>
              <a:noFill/>
            </a:ln>
          </p:spPr>
        </p:sp>
        <p:sp>
          <p:nvSpPr>
            <p:cNvPr id="109" name="Google Shape;109;p1"/>
            <p:cNvSpPr/>
            <p:nvPr/>
          </p:nvSpPr>
          <p:spPr>
            <a:xfrm>
              <a:off x="10195495" y="169467"/>
              <a:ext cx="3375297" cy="1100011"/>
            </a:xfrm>
            <a:custGeom>
              <a:rect b="b" l="l" r="r" t="t"/>
              <a:pathLst>
                <a:path extrusionOk="0" h="1100011" w="3375297">
                  <a:moveTo>
                    <a:pt x="0" y="0"/>
                  </a:moveTo>
                  <a:lnTo>
                    <a:pt x="3375297" y="0"/>
                  </a:lnTo>
                  <a:lnTo>
                    <a:pt x="3375297" y="1100011"/>
                  </a:lnTo>
                  <a:lnTo>
                    <a:pt x="0" y="1100011"/>
                  </a:lnTo>
                  <a:lnTo>
                    <a:pt x="0" y="0"/>
                  </a:lnTo>
                  <a:close/>
                </a:path>
              </a:pathLst>
            </a:custGeom>
            <a:blipFill rotWithShape="1">
              <a:blip r:embed="rId6">
                <a:alphaModFix/>
              </a:blip>
              <a:stretch>
                <a:fillRect b="-101645" l="0" r="0" t="-105198"/>
              </a:stretch>
            </a:blipFill>
            <a:ln>
              <a:noFill/>
            </a:ln>
          </p:spPr>
        </p:sp>
        <p:sp>
          <p:nvSpPr>
            <p:cNvPr id="110" name="Google Shape;110;p1"/>
            <p:cNvSpPr/>
            <p:nvPr/>
          </p:nvSpPr>
          <p:spPr>
            <a:xfrm>
              <a:off x="0" y="0"/>
              <a:ext cx="1438945" cy="1438945"/>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7">
                <a:alphaModFix/>
              </a:blip>
              <a:stretch>
                <a:fillRect b="-63715" l="-13948" r="-18120" t="-60601"/>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
            <p:cNvSpPr/>
            <p:nvPr/>
          </p:nvSpPr>
          <p:spPr>
            <a:xfrm>
              <a:off x="1786039" y="0"/>
              <a:ext cx="1438945" cy="1438945"/>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8">
                <a:alphaModFix/>
              </a:blip>
              <a:stretch>
                <a:fillRect b="-11630" l="-31556" r="-31035" t="-16824"/>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
            <p:cNvSpPr/>
            <p:nvPr/>
          </p:nvSpPr>
          <p:spPr>
            <a:xfrm>
              <a:off x="13917885" y="0"/>
              <a:ext cx="1438945" cy="1438945"/>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9">
                <a:alphaModFix/>
              </a:blip>
              <a:stretch>
                <a:fillRect b="0" l="-3125" r="-3125"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
            <p:cNvSpPr/>
            <p:nvPr/>
          </p:nvSpPr>
          <p:spPr>
            <a:xfrm>
              <a:off x="15703924" y="0"/>
              <a:ext cx="1438945" cy="1438945"/>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10">
                <a:alphaModFix/>
              </a:blip>
              <a:stretch>
                <a:fillRect b="-50421" l="-6973" r="-12902" t="-53186"/>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
            <p:cNvSpPr/>
            <p:nvPr/>
          </p:nvSpPr>
          <p:spPr>
            <a:xfrm>
              <a:off x="8467728" y="29136"/>
              <a:ext cx="1380673" cy="1380673"/>
            </a:xfrm>
            <a:custGeom>
              <a:rect b="b" l="l" r="r" t="t"/>
              <a:pathLst>
                <a:path extrusionOk="0" h="1380673" w="1380673">
                  <a:moveTo>
                    <a:pt x="0" y="0"/>
                  </a:moveTo>
                  <a:lnTo>
                    <a:pt x="1380673" y="0"/>
                  </a:lnTo>
                  <a:lnTo>
                    <a:pt x="1380673" y="1380673"/>
                  </a:lnTo>
                  <a:lnTo>
                    <a:pt x="0" y="1380673"/>
                  </a:lnTo>
                  <a:lnTo>
                    <a:pt x="0" y="0"/>
                  </a:lnTo>
                  <a:close/>
                </a:path>
              </a:pathLst>
            </a:custGeom>
            <a:blipFill rotWithShape="1">
              <a:blip r:embed="rId11">
                <a:alphaModFix/>
              </a:blip>
              <a:stretch>
                <a:fillRect b="0" l="0" r="0" t="0"/>
              </a:stretch>
            </a:blipFill>
            <a:ln>
              <a:noFill/>
            </a:ln>
          </p:spPr>
        </p:sp>
        <p:sp>
          <p:nvSpPr>
            <p:cNvPr id="115" name="Google Shape;115;p1"/>
            <p:cNvSpPr/>
            <p:nvPr/>
          </p:nvSpPr>
          <p:spPr>
            <a:xfrm>
              <a:off x="17489963" y="15580"/>
              <a:ext cx="1566989" cy="1407785"/>
            </a:xfrm>
            <a:custGeom>
              <a:rect b="b" l="l" r="r" t="t"/>
              <a:pathLst>
                <a:path extrusionOk="0" h="1407785" w="1566989">
                  <a:moveTo>
                    <a:pt x="0" y="0"/>
                  </a:moveTo>
                  <a:lnTo>
                    <a:pt x="1566989" y="0"/>
                  </a:lnTo>
                  <a:lnTo>
                    <a:pt x="1566989" y="1407785"/>
                  </a:lnTo>
                  <a:lnTo>
                    <a:pt x="0" y="1407785"/>
                  </a:lnTo>
                  <a:lnTo>
                    <a:pt x="0" y="0"/>
                  </a:lnTo>
                  <a:close/>
                </a:path>
              </a:pathLst>
            </a:custGeom>
            <a:blipFill rotWithShape="1">
              <a:blip r:embed="rId12">
                <a:alphaModFix/>
              </a:blip>
              <a:stretch>
                <a:fillRect b="-32319" l="-4657" r="-1342" t="-35135"/>
              </a:stretch>
            </a:blipFill>
            <a:ln>
              <a:noFill/>
            </a:ln>
          </p:spPr>
        </p:sp>
      </p:grpSp>
      <p:sp>
        <p:nvSpPr>
          <p:cNvPr id="116" name="Google Shape;116;p1"/>
          <p:cNvSpPr txBox="1"/>
          <p:nvPr/>
        </p:nvSpPr>
        <p:spPr>
          <a:xfrm>
            <a:off x="4956850" y="2595415"/>
            <a:ext cx="15694500" cy="215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t/>
            </a:r>
            <a:endParaRPr/>
          </a:p>
        </p:txBody>
      </p:sp>
      <p:sp>
        <p:nvSpPr>
          <p:cNvPr id="117" name="Google Shape;117;p1"/>
          <p:cNvSpPr txBox="1"/>
          <p:nvPr/>
        </p:nvSpPr>
        <p:spPr>
          <a:xfrm>
            <a:off x="1990452" y="7639334"/>
            <a:ext cx="4981221" cy="763742"/>
          </a:xfrm>
          <a:prstGeom prst="rect">
            <a:avLst/>
          </a:prstGeom>
          <a:noFill/>
          <a:ln>
            <a:noFill/>
          </a:ln>
        </p:spPr>
        <p:txBody>
          <a:bodyPr anchorCtr="0" anchor="t" bIns="0" lIns="0" spcFirstLastPara="1" rIns="0" wrap="square" tIns="0">
            <a:spAutoFit/>
          </a:bodyPr>
          <a:lstStyle/>
          <a:p>
            <a:pPr indent="-437890" lvl="1" marL="875783" marR="0" rtl="0" algn="l">
              <a:lnSpc>
                <a:spcPct val="139990"/>
              </a:lnSpc>
              <a:spcBef>
                <a:spcPts val="0"/>
              </a:spcBef>
              <a:spcAft>
                <a:spcPts val="0"/>
              </a:spcAft>
              <a:buClr>
                <a:srgbClr val="272727"/>
              </a:buClr>
              <a:buSzPts val="4056"/>
              <a:buFont typeface="Arial"/>
              <a:buChar char="•"/>
            </a:pPr>
            <a:r>
              <a:rPr b="1" i="0" lang="en-US" sz="4056" u="none" cap="none" strike="noStrike">
                <a:solidFill>
                  <a:srgbClr val="272727"/>
                </a:solidFill>
                <a:latin typeface="Times"/>
                <a:ea typeface="Times"/>
                <a:cs typeface="Times"/>
                <a:sym typeface="Times"/>
              </a:rPr>
              <a:t>Team Members</a:t>
            </a:r>
            <a:endParaRPr/>
          </a:p>
        </p:txBody>
      </p:sp>
      <p:sp>
        <p:nvSpPr>
          <p:cNvPr id="118" name="Google Shape;118;p1"/>
          <p:cNvSpPr txBox="1"/>
          <p:nvPr/>
        </p:nvSpPr>
        <p:spPr>
          <a:xfrm>
            <a:off x="1990452" y="5658407"/>
            <a:ext cx="2418736" cy="763742"/>
          </a:xfrm>
          <a:prstGeom prst="rect">
            <a:avLst/>
          </a:prstGeom>
          <a:noFill/>
          <a:ln>
            <a:noFill/>
          </a:ln>
        </p:spPr>
        <p:txBody>
          <a:bodyPr anchorCtr="0" anchor="t" bIns="0" lIns="0" spcFirstLastPara="1" rIns="0" wrap="square" tIns="0">
            <a:spAutoFit/>
          </a:bodyPr>
          <a:lstStyle/>
          <a:p>
            <a:pPr indent="-437890" lvl="1" marL="875783" marR="0" rtl="0" algn="l">
              <a:lnSpc>
                <a:spcPct val="139990"/>
              </a:lnSpc>
              <a:spcBef>
                <a:spcPts val="0"/>
              </a:spcBef>
              <a:spcAft>
                <a:spcPts val="0"/>
              </a:spcAft>
              <a:buClr>
                <a:srgbClr val="272727"/>
              </a:buClr>
              <a:buSzPts val="4056"/>
              <a:buFont typeface="Arial"/>
              <a:buChar char="•"/>
            </a:pPr>
            <a:r>
              <a:rPr b="1" i="0" lang="en-US" sz="4056" u="none" cap="none" strike="noStrike">
                <a:solidFill>
                  <a:srgbClr val="272727"/>
                </a:solidFill>
                <a:latin typeface="Times"/>
                <a:ea typeface="Times"/>
                <a:cs typeface="Times"/>
                <a:sym typeface="Times"/>
              </a:rPr>
              <a:t>Theme</a:t>
            </a:r>
            <a:endParaRPr/>
          </a:p>
        </p:txBody>
      </p:sp>
      <p:sp>
        <p:nvSpPr>
          <p:cNvPr id="119" name="Google Shape;119;p1"/>
          <p:cNvSpPr txBox="1"/>
          <p:nvPr/>
        </p:nvSpPr>
        <p:spPr>
          <a:xfrm>
            <a:off x="1990452" y="3677479"/>
            <a:ext cx="2418736" cy="763742"/>
          </a:xfrm>
          <a:prstGeom prst="rect">
            <a:avLst/>
          </a:prstGeom>
          <a:noFill/>
          <a:ln>
            <a:noFill/>
          </a:ln>
        </p:spPr>
        <p:txBody>
          <a:bodyPr anchorCtr="0" anchor="t" bIns="0" lIns="0" spcFirstLastPara="1" rIns="0" wrap="square" tIns="0">
            <a:spAutoFit/>
          </a:bodyPr>
          <a:lstStyle/>
          <a:p>
            <a:pPr indent="-437890" lvl="1" marL="875783" marR="0" rtl="0" algn="l">
              <a:lnSpc>
                <a:spcPct val="139990"/>
              </a:lnSpc>
              <a:spcBef>
                <a:spcPts val="0"/>
              </a:spcBef>
              <a:spcAft>
                <a:spcPts val="0"/>
              </a:spcAft>
              <a:buClr>
                <a:srgbClr val="272727"/>
              </a:buClr>
              <a:buSzPts val="4056"/>
              <a:buFont typeface="Arial"/>
              <a:buChar char="•"/>
            </a:pPr>
            <a:r>
              <a:rPr b="1" i="0" lang="en-US" sz="4056" u="none" cap="none" strike="noStrike">
                <a:solidFill>
                  <a:srgbClr val="272727"/>
                </a:solidFill>
                <a:latin typeface="Times"/>
                <a:ea typeface="Times"/>
                <a:cs typeface="Times"/>
                <a:sym typeface="Times"/>
              </a:rPr>
              <a:t>PS ID</a:t>
            </a:r>
            <a:endParaRPr/>
          </a:p>
        </p:txBody>
      </p:sp>
      <p:sp>
        <p:nvSpPr>
          <p:cNvPr id="120" name="Google Shape;120;p1"/>
          <p:cNvSpPr txBox="1"/>
          <p:nvPr/>
        </p:nvSpPr>
        <p:spPr>
          <a:xfrm>
            <a:off x="1990452" y="4687547"/>
            <a:ext cx="3168081" cy="763742"/>
          </a:xfrm>
          <a:prstGeom prst="rect">
            <a:avLst/>
          </a:prstGeom>
          <a:noFill/>
          <a:ln>
            <a:noFill/>
          </a:ln>
        </p:spPr>
        <p:txBody>
          <a:bodyPr anchorCtr="0" anchor="t" bIns="0" lIns="0" spcFirstLastPara="1" rIns="0" wrap="square" tIns="0">
            <a:spAutoFit/>
          </a:bodyPr>
          <a:lstStyle/>
          <a:p>
            <a:pPr indent="-437890" lvl="1" marL="875783" marR="0" rtl="0" algn="l">
              <a:lnSpc>
                <a:spcPct val="139990"/>
              </a:lnSpc>
              <a:spcBef>
                <a:spcPts val="0"/>
              </a:spcBef>
              <a:spcAft>
                <a:spcPts val="0"/>
              </a:spcAft>
              <a:buClr>
                <a:srgbClr val="272727"/>
              </a:buClr>
              <a:buSzPts val="4056"/>
              <a:buFont typeface="Arial"/>
              <a:buChar char="•"/>
            </a:pPr>
            <a:r>
              <a:rPr b="1" i="0" lang="en-US" sz="4056" u="none" cap="none" strike="noStrike">
                <a:solidFill>
                  <a:srgbClr val="272727"/>
                </a:solidFill>
                <a:latin typeface="Times"/>
                <a:ea typeface="Times"/>
                <a:cs typeface="Times"/>
                <a:sym typeface="Times"/>
              </a:rPr>
              <a:t>PS Title</a:t>
            </a:r>
            <a:endParaRPr/>
          </a:p>
        </p:txBody>
      </p:sp>
      <p:sp>
        <p:nvSpPr>
          <p:cNvPr id="121" name="Google Shape;121;p1"/>
          <p:cNvSpPr txBox="1"/>
          <p:nvPr/>
        </p:nvSpPr>
        <p:spPr>
          <a:xfrm>
            <a:off x="1961641" y="6631698"/>
            <a:ext cx="4895094" cy="763742"/>
          </a:xfrm>
          <a:prstGeom prst="rect">
            <a:avLst/>
          </a:prstGeom>
          <a:noFill/>
          <a:ln>
            <a:noFill/>
          </a:ln>
        </p:spPr>
        <p:txBody>
          <a:bodyPr anchorCtr="0" anchor="t" bIns="0" lIns="0" spcFirstLastPara="1" rIns="0" wrap="square" tIns="0">
            <a:spAutoFit/>
          </a:bodyPr>
          <a:lstStyle/>
          <a:p>
            <a:pPr indent="-437890" lvl="1" marL="875783" marR="0" rtl="0" algn="l">
              <a:lnSpc>
                <a:spcPct val="139990"/>
              </a:lnSpc>
              <a:spcBef>
                <a:spcPts val="0"/>
              </a:spcBef>
              <a:spcAft>
                <a:spcPts val="0"/>
              </a:spcAft>
              <a:buClr>
                <a:srgbClr val="272727"/>
              </a:buClr>
              <a:buSzPts val="4056"/>
              <a:buFont typeface="Arial"/>
              <a:buChar char="•"/>
            </a:pPr>
            <a:r>
              <a:rPr b="1" i="0" lang="en-US" sz="4056" u="none" cap="none" strike="noStrike">
                <a:solidFill>
                  <a:srgbClr val="272727"/>
                </a:solidFill>
                <a:latin typeface="Times"/>
                <a:ea typeface="Times"/>
                <a:cs typeface="Times"/>
                <a:sym typeface="Times"/>
              </a:rPr>
              <a:t>Team Name</a:t>
            </a:r>
            <a:endParaRPr/>
          </a:p>
        </p:txBody>
      </p:sp>
      <p:sp>
        <p:nvSpPr>
          <p:cNvPr id="122" name="Google Shape;122;p1"/>
          <p:cNvSpPr txBox="1"/>
          <p:nvPr/>
        </p:nvSpPr>
        <p:spPr>
          <a:xfrm>
            <a:off x="4049139" y="848937"/>
            <a:ext cx="9796500" cy="769500"/>
          </a:xfrm>
          <a:prstGeom prst="rect">
            <a:avLst/>
          </a:prstGeom>
          <a:noFill/>
          <a:ln>
            <a:noFill/>
          </a:ln>
        </p:spPr>
        <p:txBody>
          <a:bodyPr anchorCtr="0" anchor="t" bIns="0" lIns="0" spcFirstLastPara="1" rIns="0" wrap="square" tIns="0">
            <a:spAutoFit/>
          </a:bodyPr>
          <a:lstStyle/>
          <a:p>
            <a:pPr indent="0" lvl="0" marL="0" marR="0" rtl="0" algn="ctr">
              <a:lnSpc>
                <a:spcPct val="155000"/>
              </a:lnSpc>
              <a:spcBef>
                <a:spcPts val="0"/>
              </a:spcBef>
              <a:spcAft>
                <a:spcPts val="0"/>
              </a:spcAft>
              <a:buNone/>
            </a:pPr>
            <a:r>
              <a:rPr lang="en-US" sz="5000">
                <a:solidFill>
                  <a:srgbClr val="1D3616"/>
                </a:solidFill>
              </a:rPr>
              <a:t>    </a:t>
            </a:r>
            <a:r>
              <a:rPr b="0" i="0" lang="en-US" sz="5000" u="sng" cap="none" strike="noStrike">
                <a:solidFill>
                  <a:srgbClr val="1D3616"/>
                </a:solidFill>
                <a:latin typeface="Arial"/>
                <a:ea typeface="Arial"/>
                <a:cs typeface="Arial"/>
                <a:sym typeface="Arial"/>
              </a:rPr>
              <a:t>Visualize’26 24hr Hackathon</a:t>
            </a:r>
            <a:endParaRPr u="sng"/>
          </a:p>
        </p:txBody>
      </p:sp>
      <p:sp>
        <p:nvSpPr>
          <p:cNvPr id="123" name="Google Shape;123;p1"/>
          <p:cNvSpPr txBox="1"/>
          <p:nvPr/>
        </p:nvSpPr>
        <p:spPr>
          <a:xfrm>
            <a:off x="7127175" y="3588175"/>
            <a:ext cx="11298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  VH26-AI-07 </a:t>
            </a:r>
            <a:endParaRPr sz="3200">
              <a:solidFill>
                <a:schemeClr val="dk1"/>
              </a:solidFill>
              <a:latin typeface="Calibri"/>
              <a:ea typeface="Calibri"/>
              <a:cs typeface="Calibri"/>
              <a:sym typeface="Calibri"/>
            </a:endParaRPr>
          </a:p>
        </p:txBody>
      </p:sp>
      <p:sp>
        <p:nvSpPr>
          <p:cNvPr id="124" name="Google Shape;124;p1"/>
          <p:cNvSpPr txBox="1"/>
          <p:nvPr/>
        </p:nvSpPr>
        <p:spPr>
          <a:xfrm>
            <a:off x="7277500" y="4577250"/>
            <a:ext cx="11053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STUDENT INNOVATORS</a:t>
            </a:r>
            <a:endParaRPr sz="3200">
              <a:solidFill>
                <a:schemeClr val="dk1"/>
              </a:solidFill>
              <a:latin typeface="Calibri"/>
              <a:ea typeface="Calibri"/>
              <a:cs typeface="Calibri"/>
              <a:sym typeface="Calibri"/>
            </a:endParaRPr>
          </a:p>
        </p:txBody>
      </p:sp>
      <p:sp>
        <p:nvSpPr>
          <p:cNvPr id="125" name="Google Shape;125;p1"/>
          <p:cNvSpPr txBox="1"/>
          <p:nvPr/>
        </p:nvSpPr>
        <p:spPr>
          <a:xfrm>
            <a:off x="7687900" y="6319950"/>
            <a:ext cx="10642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126" name="Google Shape;126;p1"/>
          <p:cNvSpPr txBox="1"/>
          <p:nvPr/>
        </p:nvSpPr>
        <p:spPr>
          <a:xfrm>
            <a:off x="7332250" y="5666100"/>
            <a:ext cx="109437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AGENTIC AI</a:t>
            </a:r>
            <a:endParaRPr sz="3200">
              <a:solidFill>
                <a:schemeClr val="dk1"/>
              </a:solidFill>
              <a:latin typeface="Calibri"/>
              <a:ea typeface="Calibri"/>
              <a:cs typeface="Calibri"/>
              <a:sym typeface="Calibri"/>
            </a:endParaRPr>
          </a:p>
        </p:txBody>
      </p:sp>
      <p:sp>
        <p:nvSpPr>
          <p:cNvPr id="127" name="Google Shape;127;p1"/>
          <p:cNvSpPr txBox="1"/>
          <p:nvPr/>
        </p:nvSpPr>
        <p:spPr>
          <a:xfrm>
            <a:off x="7332214" y="6566160"/>
            <a:ext cx="10888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CASUAL INNOVATORS</a:t>
            </a:r>
            <a:endParaRPr sz="3200">
              <a:solidFill>
                <a:schemeClr val="dk1"/>
              </a:solidFill>
              <a:latin typeface="Calibri"/>
              <a:ea typeface="Calibri"/>
              <a:cs typeface="Calibri"/>
              <a:sym typeface="Calibri"/>
            </a:endParaRPr>
          </a:p>
        </p:txBody>
      </p:sp>
      <p:sp>
        <p:nvSpPr>
          <p:cNvPr id="128" name="Google Shape;128;p1"/>
          <p:cNvSpPr txBox="1"/>
          <p:nvPr/>
        </p:nvSpPr>
        <p:spPr>
          <a:xfrm>
            <a:off x="7742600" y="8070925"/>
            <a:ext cx="10587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129" name="Google Shape;129;p1"/>
          <p:cNvSpPr txBox="1"/>
          <p:nvPr/>
        </p:nvSpPr>
        <p:spPr>
          <a:xfrm>
            <a:off x="7605825" y="8125625"/>
            <a:ext cx="107247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130" name="Google Shape;130;p1"/>
          <p:cNvSpPr txBox="1"/>
          <p:nvPr/>
        </p:nvSpPr>
        <p:spPr>
          <a:xfrm>
            <a:off x="7386825" y="7671425"/>
            <a:ext cx="109437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kishore kumar, veerapandi tharun, suriya kumar,vigneshwaran</a:t>
            </a:r>
            <a:endParaRPr sz="3200">
              <a:solidFill>
                <a:schemeClr val="dk1"/>
              </a:solidFill>
              <a:latin typeface="Calibri"/>
              <a:ea typeface="Calibri"/>
              <a:cs typeface="Calibri"/>
              <a:sym typeface="Calibri"/>
            </a:endParaRPr>
          </a:p>
        </p:txBody>
      </p:sp>
      <p:sp>
        <p:nvSpPr>
          <p:cNvPr id="131" name="Google Shape;131;p1"/>
          <p:cNvSpPr txBox="1"/>
          <p:nvPr/>
        </p:nvSpPr>
        <p:spPr>
          <a:xfrm>
            <a:off x="6155775" y="2599100"/>
            <a:ext cx="12174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132" name="Google Shape;132;p1"/>
          <p:cNvSpPr txBox="1"/>
          <p:nvPr/>
        </p:nvSpPr>
        <p:spPr>
          <a:xfrm>
            <a:off x="5471800" y="2059100"/>
            <a:ext cx="131322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000" u="sng">
                <a:solidFill>
                  <a:schemeClr val="dk1"/>
                </a:solidFill>
                <a:latin typeface="Impact"/>
                <a:ea typeface="Impact"/>
                <a:cs typeface="Impact"/>
                <a:sym typeface="Impact"/>
              </a:rPr>
              <a:t>VOLT WAY-EV CHARGING STATION APP</a:t>
            </a:r>
            <a:endParaRPr sz="4000" u="sng">
              <a:solidFill>
                <a:schemeClr val="dk1"/>
              </a:solidFill>
              <a:latin typeface="Impact"/>
              <a:ea typeface="Impact"/>
              <a:cs typeface="Impact"/>
              <a:sym typeface="Impac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
          <p:cNvSpPr/>
          <p:nvPr/>
        </p:nvSpPr>
        <p:spPr>
          <a:xfrm>
            <a:off x="0" y="27360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2" l="0" r="0" t="-9222"/>
            </a:stretch>
          </a:blipFill>
          <a:ln>
            <a:noFill/>
          </a:ln>
        </p:spPr>
      </p:sp>
      <p:grpSp>
        <p:nvGrpSpPr>
          <p:cNvPr id="138" name="Google Shape;138;p2"/>
          <p:cNvGrpSpPr/>
          <p:nvPr/>
        </p:nvGrpSpPr>
        <p:grpSpPr>
          <a:xfrm>
            <a:off x="-3710668" y="6011466"/>
            <a:ext cx="7421336" cy="6493669"/>
            <a:chOff x="0" y="0"/>
            <a:chExt cx="812800" cy="711200"/>
          </a:xfrm>
        </p:grpSpPr>
        <p:sp>
          <p:nvSpPr>
            <p:cNvPr id="139" name="Google Shape;139;p2"/>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140" name="Google Shape;140;p2"/>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1" name="Google Shape;141;p2"/>
          <p:cNvGrpSpPr/>
          <p:nvPr/>
        </p:nvGrpSpPr>
        <p:grpSpPr>
          <a:xfrm rot="5400000">
            <a:off x="2696678" y="9388858"/>
            <a:ext cx="2052896" cy="1796284"/>
            <a:chOff x="0" y="0"/>
            <a:chExt cx="812800" cy="711200"/>
          </a:xfrm>
        </p:grpSpPr>
        <p:sp>
          <p:nvSpPr>
            <p:cNvPr id="142" name="Google Shape;142;p2"/>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143" name="Google Shape;143;p2"/>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4" name="Google Shape;144;p2"/>
          <p:cNvGrpSpPr/>
          <p:nvPr/>
        </p:nvGrpSpPr>
        <p:grpSpPr>
          <a:xfrm rot="-5400000">
            <a:off x="900394" y="9388858"/>
            <a:ext cx="2052896" cy="1796284"/>
            <a:chOff x="0" y="0"/>
            <a:chExt cx="812800" cy="711200"/>
          </a:xfrm>
        </p:grpSpPr>
        <p:sp>
          <p:nvSpPr>
            <p:cNvPr id="145" name="Google Shape;145;p2"/>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146" name="Google Shape;146;p2"/>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7" name="Google Shape;147;p2"/>
          <p:cNvSpPr/>
          <p:nvPr/>
        </p:nvSpPr>
        <p:spPr>
          <a:xfrm>
            <a:off x="432650" y="525175"/>
            <a:ext cx="1042825" cy="1109795"/>
          </a:xfrm>
          <a:custGeom>
            <a:rect b="b" l="l" r="r" t="t"/>
            <a:pathLst>
              <a:path extrusionOk="0" h="1109795" w="1042825">
                <a:moveTo>
                  <a:pt x="0" y="0"/>
                </a:moveTo>
                <a:lnTo>
                  <a:pt x="1042825" y="0"/>
                </a:lnTo>
                <a:lnTo>
                  <a:pt x="1042825" y="1109796"/>
                </a:lnTo>
                <a:lnTo>
                  <a:pt x="0" y="1109796"/>
                </a:lnTo>
                <a:lnTo>
                  <a:pt x="0" y="0"/>
                </a:lnTo>
                <a:close/>
              </a:path>
            </a:pathLst>
          </a:custGeom>
          <a:blipFill rotWithShape="1">
            <a:blip r:embed="rId4">
              <a:alphaModFix/>
            </a:blip>
            <a:stretch>
              <a:fillRect b="0" l="0" r="0" t="0"/>
            </a:stretch>
          </a:blipFill>
          <a:ln>
            <a:noFill/>
          </a:ln>
        </p:spPr>
      </p:sp>
      <p:sp>
        <p:nvSpPr>
          <p:cNvPr id="148" name="Google Shape;148;p2"/>
          <p:cNvSpPr/>
          <p:nvPr/>
        </p:nvSpPr>
        <p:spPr>
          <a:xfrm>
            <a:off x="1622953" y="525175"/>
            <a:ext cx="1399814" cy="1192193"/>
          </a:xfrm>
          <a:custGeom>
            <a:rect b="b" l="l" r="r" t="t"/>
            <a:pathLst>
              <a:path extrusionOk="0" h="1192193" w="1399814">
                <a:moveTo>
                  <a:pt x="0" y="0"/>
                </a:moveTo>
                <a:lnTo>
                  <a:pt x="1399815" y="0"/>
                </a:lnTo>
                <a:lnTo>
                  <a:pt x="1399815" y="1192193"/>
                </a:lnTo>
                <a:lnTo>
                  <a:pt x="0" y="1192193"/>
                </a:lnTo>
                <a:lnTo>
                  <a:pt x="0" y="0"/>
                </a:lnTo>
                <a:close/>
              </a:path>
            </a:pathLst>
          </a:custGeom>
          <a:blipFill rotWithShape="1">
            <a:blip r:embed="rId5">
              <a:alphaModFix/>
            </a:blip>
            <a:stretch>
              <a:fillRect b="-26334" l="-9405" r="-9405" t="-13168"/>
            </a:stretch>
          </a:blipFill>
          <a:ln>
            <a:noFill/>
          </a:ln>
        </p:spPr>
      </p:sp>
      <p:sp>
        <p:nvSpPr>
          <p:cNvPr id="149" name="Google Shape;149;p2"/>
          <p:cNvSpPr txBox="1"/>
          <p:nvPr/>
        </p:nvSpPr>
        <p:spPr>
          <a:xfrm>
            <a:off x="7175534" y="853769"/>
            <a:ext cx="3936932"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545454"/>
                </a:solidFill>
                <a:latin typeface="Arial"/>
                <a:ea typeface="Arial"/>
                <a:cs typeface="Arial"/>
                <a:sym typeface="Arial"/>
              </a:rPr>
              <a:t>ABSTRACT</a:t>
            </a:r>
            <a:endParaRPr/>
          </a:p>
        </p:txBody>
      </p:sp>
      <p:sp>
        <p:nvSpPr>
          <p:cNvPr id="150" name="Google Shape;150;p2"/>
          <p:cNvSpPr txBox="1"/>
          <p:nvPr/>
        </p:nvSpPr>
        <p:spPr>
          <a:xfrm>
            <a:off x="16405423" y="9070175"/>
            <a:ext cx="853877" cy="643964"/>
          </a:xfrm>
          <a:prstGeom prst="rect">
            <a:avLst/>
          </a:prstGeom>
          <a:noFill/>
          <a:ln>
            <a:noFill/>
          </a:ln>
        </p:spPr>
        <p:txBody>
          <a:bodyPr anchorCtr="0" anchor="t" bIns="0" lIns="0" spcFirstLastPara="1" rIns="0" wrap="square" tIns="0">
            <a:spAutoFit/>
          </a:bodyPr>
          <a:lstStyle/>
          <a:p>
            <a:pPr indent="0" lvl="0" marL="0" marR="0" rtl="0" algn="ctr">
              <a:lnSpc>
                <a:spcPct val="140047"/>
              </a:lnSpc>
              <a:spcBef>
                <a:spcPts val="0"/>
              </a:spcBef>
              <a:spcAft>
                <a:spcPts val="0"/>
              </a:spcAft>
              <a:buNone/>
            </a:pPr>
            <a:r>
              <a:rPr b="0" i="0" lang="en-US" sz="3793" u="none" cap="none" strike="noStrike">
                <a:solidFill>
                  <a:srgbClr val="545454"/>
                </a:solidFill>
                <a:latin typeface="Arial"/>
                <a:ea typeface="Arial"/>
                <a:cs typeface="Arial"/>
                <a:sym typeface="Arial"/>
              </a:rPr>
              <a:t>01</a:t>
            </a:r>
            <a:endParaRPr/>
          </a:p>
        </p:txBody>
      </p:sp>
      <p:sp>
        <p:nvSpPr>
          <p:cNvPr id="151" name="Google Shape;151;p2"/>
          <p:cNvSpPr txBox="1"/>
          <p:nvPr/>
        </p:nvSpPr>
        <p:spPr>
          <a:xfrm>
            <a:off x="2528373" y="3191259"/>
            <a:ext cx="13710600" cy="6069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2899">
                <a:solidFill>
                  <a:srgbClr val="5B694E"/>
                </a:solidFill>
                <a:latin typeface="Roboto"/>
                <a:ea typeface="Roboto"/>
                <a:cs typeface="Roboto"/>
                <a:sym typeface="Roboto"/>
              </a:rPr>
              <a:t>The Volt Way EV Charging Station App is a smart mobile application designed to simplify the charging experience for electric vehicle users. With the rapid growth of electric vehicles, drivers often face difficulties locating charging stations and checking their availability. Volt Way solves this problem by allowing users to easily find nearby charging stations, view real-time availability, reserve charging slots, and navigate directly to the station. The application provides a seamless and reliable charging experience, reducing waiting time and improving convenience for EV owners. By integrating smart features such as QR code charging and live updates, Volt Way contributes to the development of a modern and sustainable transportation ecosystem</a:t>
            </a:r>
            <a:endParaRPr b="0" i="0" sz="2899" u="none" cap="none" strike="noStrike">
              <a:solidFill>
                <a:srgbClr val="5B694E"/>
              </a:solidFill>
              <a:latin typeface="Roboto"/>
              <a:ea typeface="Roboto"/>
              <a:cs typeface="Roboto"/>
              <a:sym typeface="Roboto"/>
            </a:endParaRPr>
          </a:p>
        </p:txBody>
      </p:sp>
      <p:grpSp>
        <p:nvGrpSpPr>
          <p:cNvPr id="152" name="Google Shape;152;p2"/>
          <p:cNvGrpSpPr/>
          <p:nvPr/>
        </p:nvGrpSpPr>
        <p:grpSpPr>
          <a:xfrm rot="10800000">
            <a:off x="14577332" y="-2218134"/>
            <a:ext cx="7421336" cy="6493669"/>
            <a:chOff x="0" y="0"/>
            <a:chExt cx="812800" cy="711200"/>
          </a:xfrm>
        </p:grpSpPr>
        <p:sp>
          <p:nvSpPr>
            <p:cNvPr id="153" name="Google Shape;153;p2"/>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154" name="Google Shape;154;p2"/>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5" name="Google Shape;155;p2"/>
          <p:cNvGrpSpPr/>
          <p:nvPr/>
        </p:nvGrpSpPr>
        <p:grpSpPr>
          <a:xfrm rot="5400000">
            <a:off x="14304978" y="-1794032"/>
            <a:ext cx="2052896" cy="3592568"/>
            <a:chOff x="0" y="0"/>
            <a:chExt cx="2737195" cy="4790090"/>
          </a:xfrm>
        </p:grpSpPr>
        <p:grpSp>
          <p:nvGrpSpPr>
            <p:cNvPr id="156" name="Google Shape;156;p2"/>
            <p:cNvGrpSpPr/>
            <p:nvPr/>
          </p:nvGrpSpPr>
          <p:grpSpPr>
            <a:xfrm>
              <a:off x="0" y="0"/>
              <a:ext cx="2737195" cy="2395045"/>
              <a:chOff x="0" y="0"/>
              <a:chExt cx="812800" cy="711200"/>
            </a:xfrm>
          </p:grpSpPr>
          <p:sp>
            <p:nvSpPr>
              <p:cNvPr id="157" name="Google Shape;157;p2"/>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158" name="Google Shape;158;p2"/>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9" name="Google Shape;159;p2"/>
            <p:cNvGrpSpPr/>
            <p:nvPr/>
          </p:nvGrpSpPr>
          <p:grpSpPr>
            <a:xfrm rot="10800000">
              <a:off x="0" y="2395045"/>
              <a:ext cx="2737195" cy="2395045"/>
              <a:chOff x="0" y="0"/>
              <a:chExt cx="812800" cy="711200"/>
            </a:xfrm>
          </p:grpSpPr>
          <p:sp>
            <p:nvSpPr>
              <p:cNvPr id="160" name="Google Shape;160;p2"/>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161" name="Google Shape;161;p2"/>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2" l="0" r="0" t="-9222"/>
            </a:stretch>
          </a:blipFill>
          <a:ln>
            <a:noFill/>
          </a:ln>
        </p:spPr>
      </p:sp>
      <p:grpSp>
        <p:nvGrpSpPr>
          <p:cNvPr id="167" name="Google Shape;167;p3"/>
          <p:cNvGrpSpPr/>
          <p:nvPr/>
        </p:nvGrpSpPr>
        <p:grpSpPr>
          <a:xfrm>
            <a:off x="-3710668" y="6011466"/>
            <a:ext cx="7421336" cy="6493669"/>
            <a:chOff x="0" y="0"/>
            <a:chExt cx="812800" cy="711200"/>
          </a:xfrm>
        </p:grpSpPr>
        <p:sp>
          <p:nvSpPr>
            <p:cNvPr id="168" name="Google Shape;168;p3"/>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169" name="Google Shape;169;p3"/>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0" name="Google Shape;170;p3"/>
          <p:cNvGrpSpPr/>
          <p:nvPr/>
        </p:nvGrpSpPr>
        <p:grpSpPr>
          <a:xfrm rot="5400000">
            <a:off x="2696678" y="9388858"/>
            <a:ext cx="2052896" cy="1796284"/>
            <a:chOff x="0" y="0"/>
            <a:chExt cx="812800" cy="711200"/>
          </a:xfrm>
        </p:grpSpPr>
        <p:sp>
          <p:nvSpPr>
            <p:cNvPr id="171" name="Google Shape;171;p3"/>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172" name="Google Shape;172;p3"/>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3" name="Google Shape;173;p3"/>
          <p:cNvGrpSpPr/>
          <p:nvPr/>
        </p:nvGrpSpPr>
        <p:grpSpPr>
          <a:xfrm rot="10800000">
            <a:off x="14577332" y="-2218134"/>
            <a:ext cx="7421336" cy="6493669"/>
            <a:chOff x="0" y="0"/>
            <a:chExt cx="812800" cy="711200"/>
          </a:xfrm>
        </p:grpSpPr>
        <p:sp>
          <p:nvSpPr>
            <p:cNvPr id="174" name="Google Shape;174;p3"/>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175" name="Google Shape;175;p3"/>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6" name="Google Shape;176;p3"/>
          <p:cNvGrpSpPr/>
          <p:nvPr/>
        </p:nvGrpSpPr>
        <p:grpSpPr>
          <a:xfrm rot="5400000">
            <a:off x="14304978" y="-1794032"/>
            <a:ext cx="2052896" cy="3592568"/>
            <a:chOff x="0" y="0"/>
            <a:chExt cx="2737195" cy="4790090"/>
          </a:xfrm>
        </p:grpSpPr>
        <p:grpSp>
          <p:nvGrpSpPr>
            <p:cNvPr id="177" name="Google Shape;177;p3"/>
            <p:cNvGrpSpPr/>
            <p:nvPr/>
          </p:nvGrpSpPr>
          <p:grpSpPr>
            <a:xfrm>
              <a:off x="0" y="0"/>
              <a:ext cx="2737195" cy="2395045"/>
              <a:chOff x="0" y="0"/>
              <a:chExt cx="812800" cy="711200"/>
            </a:xfrm>
          </p:grpSpPr>
          <p:sp>
            <p:nvSpPr>
              <p:cNvPr id="178" name="Google Shape;178;p3"/>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179" name="Google Shape;179;p3"/>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0" name="Google Shape;180;p3"/>
            <p:cNvGrpSpPr/>
            <p:nvPr/>
          </p:nvGrpSpPr>
          <p:grpSpPr>
            <a:xfrm rot="10800000">
              <a:off x="0" y="2395045"/>
              <a:ext cx="2737195" cy="2395045"/>
              <a:chOff x="0" y="0"/>
              <a:chExt cx="812800" cy="711200"/>
            </a:xfrm>
          </p:grpSpPr>
          <p:sp>
            <p:nvSpPr>
              <p:cNvPr id="181" name="Google Shape;181;p3"/>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182" name="Google Shape;182;p3"/>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83" name="Google Shape;183;p3"/>
          <p:cNvGrpSpPr/>
          <p:nvPr/>
        </p:nvGrpSpPr>
        <p:grpSpPr>
          <a:xfrm rot="-5400000">
            <a:off x="900394" y="9388858"/>
            <a:ext cx="2052896" cy="1796284"/>
            <a:chOff x="0" y="0"/>
            <a:chExt cx="812800" cy="711200"/>
          </a:xfrm>
        </p:grpSpPr>
        <p:sp>
          <p:nvSpPr>
            <p:cNvPr id="184" name="Google Shape;184;p3"/>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185" name="Google Shape;185;p3"/>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6" name="Google Shape;186;p3"/>
          <p:cNvSpPr txBox="1"/>
          <p:nvPr/>
        </p:nvSpPr>
        <p:spPr>
          <a:xfrm>
            <a:off x="5161096" y="853769"/>
            <a:ext cx="7965900" cy="863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545454"/>
                </a:solidFill>
                <a:latin typeface="Arial"/>
                <a:ea typeface="Arial"/>
                <a:cs typeface="Arial"/>
                <a:sym typeface="Arial"/>
              </a:rPr>
              <a:t>PROBLEM STATEMENT</a:t>
            </a:r>
            <a:endParaRPr/>
          </a:p>
        </p:txBody>
      </p:sp>
      <p:sp>
        <p:nvSpPr>
          <p:cNvPr id="187" name="Google Shape;187;p3"/>
          <p:cNvSpPr txBox="1"/>
          <p:nvPr/>
        </p:nvSpPr>
        <p:spPr>
          <a:xfrm>
            <a:off x="16405423" y="9070175"/>
            <a:ext cx="853877" cy="643964"/>
          </a:xfrm>
          <a:prstGeom prst="rect">
            <a:avLst/>
          </a:prstGeom>
          <a:noFill/>
          <a:ln>
            <a:noFill/>
          </a:ln>
        </p:spPr>
        <p:txBody>
          <a:bodyPr anchorCtr="0" anchor="t" bIns="0" lIns="0" spcFirstLastPara="1" rIns="0" wrap="square" tIns="0">
            <a:spAutoFit/>
          </a:bodyPr>
          <a:lstStyle/>
          <a:p>
            <a:pPr indent="0" lvl="0" marL="0" marR="0" rtl="0" algn="ctr">
              <a:lnSpc>
                <a:spcPct val="140047"/>
              </a:lnSpc>
              <a:spcBef>
                <a:spcPts val="0"/>
              </a:spcBef>
              <a:spcAft>
                <a:spcPts val="0"/>
              </a:spcAft>
              <a:buNone/>
            </a:pPr>
            <a:r>
              <a:rPr b="0" i="0" lang="en-US" sz="3793" u="none" cap="none" strike="noStrike">
                <a:solidFill>
                  <a:srgbClr val="545454"/>
                </a:solidFill>
                <a:latin typeface="Arial"/>
                <a:ea typeface="Arial"/>
                <a:cs typeface="Arial"/>
                <a:sym typeface="Arial"/>
              </a:rPr>
              <a:t>02</a:t>
            </a:r>
            <a:endParaRPr/>
          </a:p>
        </p:txBody>
      </p:sp>
      <p:sp>
        <p:nvSpPr>
          <p:cNvPr id="188" name="Google Shape;188;p3"/>
          <p:cNvSpPr/>
          <p:nvPr/>
        </p:nvSpPr>
        <p:spPr>
          <a:xfrm>
            <a:off x="432650" y="525175"/>
            <a:ext cx="1042825" cy="1109795"/>
          </a:xfrm>
          <a:custGeom>
            <a:rect b="b" l="l" r="r" t="t"/>
            <a:pathLst>
              <a:path extrusionOk="0" h="1109795" w="1042825">
                <a:moveTo>
                  <a:pt x="0" y="0"/>
                </a:moveTo>
                <a:lnTo>
                  <a:pt x="1042825" y="0"/>
                </a:lnTo>
                <a:lnTo>
                  <a:pt x="1042825" y="1109796"/>
                </a:lnTo>
                <a:lnTo>
                  <a:pt x="0" y="1109796"/>
                </a:lnTo>
                <a:lnTo>
                  <a:pt x="0" y="0"/>
                </a:lnTo>
                <a:close/>
              </a:path>
            </a:pathLst>
          </a:custGeom>
          <a:blipFill rotWithShape="1">
            <a:blip r:embed="rId4">
              <a:alphaModFix/>
            </a:blip>
            <a:stretch>
              <a:fillRect b="0" l="0" r="0" t="0"/>
            </a:stretch>
          </a:blipFill>
          <a:ln>
            <a:noFill/>
          </a:ln>
        </p:spPr>
      </p:sp>
      <p:sp>
        <p:nvSpPr>
          <p:cNvPr id="189" name="Google Shape;189;p3"/>
          <p:cNvSpPr/>
          <p:nvPr/>
        </p:nvSpPr>
        <p:spPr>
          <a:xfrm>
            <a:off x="1622953" y="525175"/>
            <a:ext cx="1399814" cy="1192193"/>
          </a:xfrm>
          <a:custGeom>
            <a:rect b="b" l="l" r="r" t="t"/>
            <a:pathLst>
              <a:path extrusionOk="0" h="1192193" w="1399814">
                <a:moveTo>
                  <a:pt x="0" y="0"/>
                </a:moveTo>
                <a:lnTo>
                  <a:pt x="1399815" y="0"/>
                </a:lnTo>
                <a:lnTo>
                  <a:pt x="1399815" y="1192193"/>
                </a:lnTo>
                <a:lnTo>
                  <a:pt x="0" y="1192193"/>
                </a:lnTo>
                <a:lnTo>
                  <a:pt x="0" y="0"/>
                </a:lnTo>
                <a:close/>
              </a:path>
            </a:pathLst>
          </a:custGeom>
          <a:blipFill rotWithShape="1">
            <a:blip r:embed="rId5">
              <a:alphaModFix/>
            </a:blip>
            <a:stretch>
              <a:fillRect b="-26334" l="-9405" r="-9405" t="-13168"/>
            </a:stretch>
          </a:blipFill>
          <a:ln>
            <a:noFill/>
          </a:ln>
        </p:spPr>
      </p:sp>
      <p:sp>
        <p:nvSpPr>
          <p:cNvPr id="190" name="Google Shape;190;p3"/>
          <p:cNvSpPr txBox="1"/>
          <p:nvPr/>
        </p:nvSpPr>
        <p:spPr>
          <a:xfrm>
            <a:off x="1833050" y="3071338"/>
            <a:ext cx="14965500" cy="461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Electric vehicle owners frequently face several challenges when trying to charge their vehicles. One of the major problems is the difficulty in locating nearby charging stations, especially in unfamiliar locations. Even when drivers find a station, they often do not know whether the chargers are available or already occupied. This uncertainty can lead to long waiting times and unnecessary travel. Additionally, the lack of proper planning tools makes EV journeys stressful and unpredictable. These issues create inconvenience and discourage people from adopting electric vehicles.</a:t>
            </a:r>
            <a:endParaRPr sz="3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2" l="0" r="0" t="-9222"/>
            </a:stretch>
          </a:blipFill>
          <a:ln>
            <a:noFill/>
          </a:ln>
        </p:spPr>
      </p:sp>
      <p:grpSp>
        <p:nvGrpSpPr>
          <p:cNvPr id="196" name="Google Shape;196;p4"/>
          <p:cNvGrpSpPr/>
          <p:nvPr/>
        </p:nvGrpSpPr>
        <p:grpSpPr>
          <a:xfrm>
            <a:off x="-3710668" y="6011466"/>
            <a:ext cx="7421336" cy="6493669"/>
            <a:chOff x="0" y="0"/>
            <a:chExt cx="812800" cy="711200"/>
          </a:xfrm>
        </p:grpSpPr>
        <p:sp>
          <p:nvSpPr>
            <p:cNvPr id="197" name="Google Shape;197;p4"/>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198" name="Google Shape;198;p4"/>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9" name="Google Shape;199;p4"/>
          <p:cNvGrpSpPr/>
          <p:nvPr/>
        </p:nvGrpSpPr>
        <p:grpSpPr>
          <a:xfrm rot="5400000">
            <a:off x="2696678" y="9388858"/>
            <a:ext cx="2052896" cy="1796284"/>
            <a:chOff x="0" y="0"/>
            <a:chExt cx="812800" cy="711200"/>
          </a:xfrm>
        </p:grpSpPr>
        <p:sp>
          <p:nvSpPr>
            <p:cNvPr id="200" name="Google Shape;200;p4"/>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201" name="Google Shape;201;p4"/>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2" name="Google Shape;202;p4"/>
          <p:cNvGrpSpPr/>
          <p:nvPr/>
        </p:nvGrpSpPr>
        <p:grpSpPr>
          <a:xfrm rot="10800000">
            <a:off x="14577332" y="-2218134"/>
            <a:ext cx="7421336" cy="6493669"/>
            <a:chOff x="0" y="0"/>
            <a:chExt cx="812800" cy="711200"/>
          </a:xfrm>
        </p:grpSpPr>
        <p:sp>
          <p:nvSpPr>
            <p:cNvPr id="203" name="Google Shape;203;p4"/>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204" name="Google Shape;204;p4"/>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5" name="Google Shape;205;p4"/>
          <p:cNvGrpSpPr/>
          <p:nvPr/>
        </p:nvGrpSpPr>
        <p:grpSpPr>
          <a:xfrm rot="5400000">
            <a:off x="14304978" y="-1794032"/>
            <a:ext cx="2052896" cy="3592568"/>
            <a:chOff x="0" y="0"/>
            <a:chExt cx="2737195" cy="4790090"/>
          </a:xfrm>
        </p:grpSpPr>
        <p:grpSp>
          <p:nvGrpSpPr>
            <p:cNvPr id="206" name="Google Shape;206;p4"/>
            <p:cNvGrpSpPr/>
            <p:nvPr/>
          </p:nvGrpSpPr>
          <p:grpSpPr>
            <a:xfrm>
              <a:off x="0" y="0"/>
              <a:ext cx="2737195" cy="2395045"/>
              <a:chOff x="0" y="0"/>
              <a:chExt cx="812800" cy="711200"/>
            </a:xfrm>
          </p:grpSpPr>
          <p:sp>
            <p:nvSpPr>
              <p:cNvPr id="207" name="Google Shape;207;p4"/>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208" name="Google Shape;208;p4"/>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9" name="Google Shape;209;p4"/>
            <p:cNvGrpSpPr/>
            <p:nvPr/>
          </p:nvGrpSpPr>
          <p:grpSpPr>
            <a:xfrm rot="10800000">
              <a:off x="0" y="2395045"/>
              <a:ext cx="2737195" cy="2395045"/>
              <a:chOff x="0" y="0"/>
              <a:chExt cx="812800" cy="711200"/>
            </a:xfrm>
          </p:grpSpPr>
          <p:sp>
            <p:nvSpPr>
              <p:cNvPr id="210" name="Google Shape;210;p4"/>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211" name="Google Shape;211;p4"/>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12" name="Google Shape;212;p4"/>
          <p:cNvGrpSpPr/>
          <p:nvPr/>
        </p:nvGrpSpPr>
        <p:grpSpPr>
          <a:xfrm rot="-5400000">
            <a:off x="900394" y="9388858"/>
            <a:ext cx="2052896" cy="1796284"/>
            <a:chOff x="0" y="0"/>
            <a:chExt cx="812800" cy="711200"/>
          </a:xfrm>
        </p:grpSpPr>
        <p:sp>
          <p:nvSpPr>
            <p:cNvPr id="213" name="Google Shape;213;p4"/>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214" name="Google Shape;214;p4"/>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5" name="Google Shape;215;p4"/>
          <p:cNvSpPr txBox="1"/>
          <p:nvPr/>
        </p:nvSpPr>
        <p:spPr>
          <a:xfrm>
            <a:off x="16405423" y="9070175"/>
            <a:ext cx="853877" cy="643964"/>
          </a:xfrm>
          <a:prstGeom prst="rect">
            <a:avLst/>
          </a:prstGeom>
          <a:noFill/>
          <a:ln>
            <a:noFill/>
          </a:ln>
        </p:spPr>
        <p:txBody>
          <a:bodyPr anchorCtr="0" anchor="t" bIns="0" lIns="0" spcFirstLastPara="1" rIns="0" wrap="square" tIns="0">
            <a:spAutoFit/>
          </a:bodyPr>
          <a:lstStyle/>
          <a:p>
            <a:pPr indent="0" lvl="0" marL="0" marR="0" rtl="0" algn="ctr">
              <a:lnSpc>
                <a:spcPct val="140047"/>
              </a:lnSpc>
              <a:spcBef>
                <a:spcPts val="0"/>
              </a:spcBef>
              <a:spcAft>
                <a:spcPts val="0"/>
              </a:spcAft>
              <a:buNone/>
            </a:pPr>
            <a:r>
              <a:rPr b="0" i="0" lang="en-US" sz="3793" u="none" cap="none" strike="noStrike">
                <a:solidFill>
                  <a:srgbClr val="545454"/>
                </a:solidFill>
                <a:latin typeface="Arial"/>
                <a:ea typeface="Arial"/>
                <a:cs typeface="Arial"/>
                <a:sym typeface="Arial"/>
              </a:rPr>
              <a:t>03</a:t>
            </a:r>
            <a:endParaRPr/>
          </a:p>
        </p:txBody>
      </p:sp>
      <p:sp>
        <p:nvSpPr>
          <p:cNvPr id="216" name="Google Shape;216;p4"/>
          <p:cNvSpPr txBox="1"/>
          <p:nvPr/>
        </p:nvSpPr>
        <p:spPr>
          <a:xfrm>
            <a:off x="5459314" y="853769"/>
            <a:ext cx="7369373"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545454"/>
                </a:solidFill>
                <a:latin typeface="Arial"/>
                <a:ea typeface="Arial"/>
                <a:cs typeface="Arial"/>
                <a:sym typeface="Arial"/>
              </a:rPr>
              <a:t>EXISTING SOLUTION</a:t>
            </a:r>
            <a:endParaRPr/>
          </a:p>
        </p:txBody>
      </p:sp>
      <p:sp>
        <p:nvSpPr>
          <p:cNvPr id="217" name="Google Shape;217;p4"/>
          <p:cNvSpPr txBox="1"/>
          <p:nvPr/>
        </p:nvSpPr>
        <p:spPr>
          <a:xfrm>
            <a:off x="3382863" y="3152958"/>
            <a:ext cx="12680100" cy="48198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2899">
                <a:solidFill>
                  <a:srgbClr val="5B694E"/>
                </a:solidFill>
                <a:latin typeface="Roboto"/>
                <a:ea typeface="Roboto"/>
                <a:cs typeface="Roboto"/>
                <a:sym typeface="Roboto"/>
              </a:rPr>
              <a:t>Currently, some navigation apps and charging network platforms provide information about EV charging stations. However, many of these solutions have limited functionality, outdated station data, or lack real-time availability information. In many cases, drivers must physically visit the charging station to check if a charger is available. Some systems also do not provide booking options, which results in overcrowding and long queues at popular stations. Therefore, existing solutions do not fully address the need for a convenient and reliable EV charging management system.</a:t>
            </a:r>
            <a:endParaRPr b="0" i="0" sz="2899" u="none" cap="none" strike="noStrike">
              <a:solidFill>
                <a:srgbClr val="5B694E"/>
              </a:solidFill>
              <a:latin typeface="Roboto"/>
              <a:ea typeface="Roboto"/>
              <a:cs typeface="Roboto"/>
              <a:sym typeface="Roboto"/>
            </a:endParaRPr>
          </a:p>
        </p:txBody>
      </p:sp>
      <p:sp>
        <p:nvSpPr>
          <p:cNvPr id="218" name="Google Shape;218;p4"/>
          <p:cNvSpPr/>
          <p:nvPr/>
        </p:nvSpPr>
        <p:spPr>
          <a:xfrm>
            <a:off x="432650" y="525175"/>
            <a:ext cx="1042825" cy="1109795"/>
          </a:xfrm>
          <a:custGeom>
            <a:rect b="b" l="l" r="r" t="t"/>
            <a:pathLst>
              <a:path extrusionOk="0" h="1109795" w="1042825">
                <a:moveTo>
                  <a:pt x="0" y="0"/>
                </a:moveTo>
                <a:lnTo>
                  <a:pt x="1042825" y="0"/>
                </a:lnTo>
                <a:lnTo>
                  <a:pt x="1042825" y="1109796"/>
                </a:lnTo>
                <a:lnTo>
                  <a:pt x="0" y="1109796"/>
                </a:lnTo>
                <a:lnTo>
                  <a:pt x="0" y="0"/>
                </a:lnTo>
                <a:close/>
              </a:path>
            </a:pathLst>
          </a:custGeom>
          <a:blipFill rotWithShape="1">
            <a:blip r:embed="rId4">
              <a:alphaModFix/>
            </a:blip>
            <a:stretch>
              <a:fillRect b="0" l="0" r="0" t="0"/>
            </a:stretch>
          </a:blipFill>
          <a:ln>
            <a:noFill/>
          </a:ln>
        </p:spPr>
      </p:sp>
      <p:sp>
        <p:nvSpPr>
          <p:cNvPr id="219" name="Google Shape;219;p4"/>
          <p:cNvSpPr/>
          <p:nvPr/>
        </p:nvSpPr>
        <p:spPr>
          <a:xfrm>
            <a:off x="1622953" y="525175"/>
            <a:ext cx="1399814" cy="1192193"/>
          </a:xfrm>
          <a:custGeom>
            <a:rect b="b" l="l" r="r" t="t"/>
            <a:pathLst>
              <a:path extrusionOk="0" h="1192193" w="1399814">
                <a:moveTo>
                  <a:pt x="0" y="0"/>
                </a:moveTo>
                <a:lnTo>
                  <a:pt x="1399815" y="0"/>
                </a:lnTo>
                <a:lnTo>
                  <a:pt x="1399815" y="1192193"/>
                </a:lnTo>
                <a:lnTo>
                  <a:pt x="0" y="1192193"/>
                </a:lnTo>
                <a:lnTo>
                  <a:pt x="0" y="0"/>
                </a:lnTo>
                <a:close/>
              </a:path>
            </a:pathLst>
          </a:custGeom>
          <a:blipFill rotWithShape="1">
            <a:blip r:embed="rId5">
              <a:alphaModFix/>
            </a:blip>
            <a:stretch>
              <a:fillRect b="-26334" l="-9405" r="-9405" t="-13168"/>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2" l="0" r="0" t="-9222"/>
            </a:stretch>
          </a:blipFill>
          <a:ln>
            <a:noFill/>
          </a:ln>
        </p:spPr>
      </p:sp>
      <p:grpSp>
        <p:nvGrpSpPr>
          <p:cNvPr id="225" name="Google Shape;225;p5"/>
          <p:cNvGrpSpPr/>
          <p:nvPr/>
        </p:nvGrpSpPr>
        <p:grpSpPr>
          <a:xfrm>
            <a:off x="-3710668" y="6011466"/>
            <a:ext cx="7421336" cy="6493669"/>
            <a:chOff x="0" y="0"/>
            <a:chExt cx="812800" cy="711200"/>
          </a:xfrm>
        </p:grpSpPr>
        <p:sp>
          <p:nvSpPr>
            <p:cNvPr id="226" name="Google Shape;226;p5"/>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227" name="Google Shape;227;p5"/>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8" name="Google Shape;228;p5"/>
          <p:cNvGrpSpPr/>
          <p:nvPr/>
        </p:nvGrpSpPr>
        <p:grpSpPr>
          <a:xfrm rot="5400000">
            <a:off x="2696678" y="9388858"/>
            <a:ext cx="2052896" cy="1796284"/>
            <a:chOff x="0" y="0"/>
            <a:chExt cx="812800" cy="711200"/>
          </a:xfrm>
        </p:grpSpPr>
        <p:sp>
          <p:nvSpPr>
            <p:cNvPr id="229" name="Google Shape;229;p5"/>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230" name="Google Shape;230;p5"/>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1" name="Google Shape;231;p5"/>
          <p:cNvGrpSpPr/>
          <p:nvPr/>
        </p:nvGrpSpPr>
        <p:grpSpPr>
          <a:xfrm rot="10800000">
            <a:off x="14577332" y="-2218134"/>
            <a:ext cx="7421336" cy="6493669"/>
            <a:chOff x="0" y="0"/>
            <a:chExt cx="812800" cy="711200"/>
          </a:xfrm>
        </p:grpSpPr>
        <p:sp>
          <p:nvSpPr>
            <p:cNvPr id="232" name="Google Shape;232;p5"/>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233" name="Google Shape;233;p5"/>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4" name="Google Shape;234;p5"/>
          <p:cNvGrpSpPr/>
          <p:nvPr/>
        </p:nvGrpSpPr>
        <p:grpSpPr>
          <a:xfrm rot="5400000">
            <a:off x="14304978" y="-1794032"/>
            <a:ext cx="2052896" cy="3592568"/>
            <a:chOff x="0" y="0"/>
            <a:chExt cx="2737195" cy="4790090"/>
          </a:xfrm>
        </p:grpSpPr>
        <p:grpSp>
          <p:nvGrpSpPr>
            <p:cNvPr id="235" name="Google Shape;235;p5"/>
            <p:cNvGrpSpPr/>
            <p:nvPr/>
          </p:nvGrpSpPr>
          <p:grpSpPr>
            <a:xfrm>
              <a:off x="0" y="0"/>
              <a:ext cx="2737195" cy="2395045"/>
              <a:chOff x="0" y="0"/>
              <a:chExt cx="812800" cy="711200"/>
            </a:xfrm>
          </p:grpSpPr>
          <p:sp>
            <p:nvSpPr>
              <p:cNvPr id="236" name="Google Shape;236;p5"/>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237" name="Google Shape;237;p5"/>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8" name="Google Shape;238;p5"/>
            <p:cNvGrpSpPr/>
            <p:nvPr/>
          </p:nvGrpSpPr>
          <p:grpSpPr>
            <a:xfrm rot="10800000">
              <a:off x="0" y="2395045"/>
              <a:ext cx="2737195" cy="2395045"/>
              <a:chOff x="0" y="0"/>
              <a:chExt cx="812800" cy="711200"/>
            </a:xfrm>
          </p:grpSpPr>
          <p:sp>
            <p:nvSpPr>
              <p:cNvPr id="239" name="Google Shape;239;p5"/>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240" name="Google Shape;240;p5"/>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41" name="Google Shape;241;p5"/>
          <p:cNvGrpSpPr/>
          <p:nvPr/>
        </p:nvGrpSpPr>
        <p:grpSpPr>
          <a:xfrm rot="-5400000">
            <a:off x="900394" y="9388858"/>
            <a:ext cx="2052896" cy="1796284"/>
            <a:chOff x="0" y="0"/>
            <a:chExt cx="812800" cy="711200"/>
          </a:xfrm>
        </p:grpSpPr>
        <p:sp>
          <p:nvSpPr>
            <p:cNvPr id="242" name="Google Shape;242;p5"/>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243" name="Google Shape;243;p5"/>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4" name="Google Shape;244;p5"/>
          <p:cNvSpPr txBox="1"/>
          <p:nvPr/>
        </p:nvSpPr>
        <p:spPr>
          <a:xfrm>
            <a:off x="16405423" y="9070175"/>
            <a:ext cx="853877" cy="643964"/>
          </a:xfrm>
          <a:prstGeom prst="rect">
            <a:avLst/>
          </a:prstGeom>
          <a:noFill/>
          <a:ln>
            <a:noFill/>
          </a:ln>
        </p:spPr>
        <p:txBody>
          <a:bodyPr anchorCtr="0" anchor="t" bIns="0" lIns="0" spcFirstLastPara="1" rIns="0" wrap="square" tIns="0">
            <a:spAutoFit/>
          </a:bodyPr>
          <a:lstStyle/>
          <a:p>
            <a:pPr indent="0" lvl="0" marL="0" marR="0" rtl="0" algn="ctr">
              <a:lnSpc>
                <a:spcPct val="140047"/>
              </a:lnSpc>
              <a:spcBef>
                <a:spcPts val="0"/>
              </a:spcBef>
              <a:spcAft>
                <a:spcPts val="0"/>
              </a:spcAft>
              <a:buNone/>
            </a:pPr>
            <a:r>
              <a:rPr b="0" i="0" lang="en-US" sz="3793" u="none" cap="none" strike="noStrike">
                <a:solidFill>
                  <a:srgbClr val="545454"/>
                </a:solidFill>
                <a:latin typeface="Arial"/>
                <a:ea typeface="Arial"/>
                <a:cs typeface="Arial"/>
                <a:sym typeface="Arial"/>
              </a:rPr>
              <a:t>04</a:t>
            </a:r>
            <a:endParaRPr/>
          </a:p>
        </p:txBody>
      </p:sp>
      <p:sp>
        <p:nvSpPr>
          <p:cNvPr id="245" name="Google Shape;245;p5"/>
          <p:cNvSpPr txBox="1"/>
          <p:nvPr/>
        </p:nvSpPr>
        <p:spPr>
          <a:xfrm>
            <a:off x="5254796" y="853769"/>
            <a:ext cx="7778408"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545454"/>
                </a:solidFill>
                <a:latin typeface="Arial"/>
                <a:ea typeface="Arial"/>
                <a:cs typeface="Arial"/>
                <a:sym typeface="Arial"/>
              </a:rPr>
              <a:t>PROPOSED SOLUTION</a:t>
            </a:r>
            <a:endParaRPr/>
          </a:p>
        </p:txBody>
      </p:sp>
      <p:sp>
        <p:nvSpPr>
          <p:cNvPr id="246" name="Google Shape;246;p5"/>
          <p:cNvSpPr txBox="1"/>
          <p:nvPr/>
        </p:nvSpPr>
        <p:spPr>
          <a:xfrm>
            <a:off x="1622938" y="7374265"/>
            <a:ext cx="11522400" cy="4461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t/>
            </a:r>
            <a:endParaRPr b="0" i="0" sz="2899" u="none" cap="none" strike="noStrike">
              <a:solidFill>
                <a:srgbClr val="5B694E"/>
              </a:solidFill>
              <a:latin typeface="Roboto"/>
              <a:ea typeface="Roboto"/>
              <a:cs typeface="Roboto"/>
              <a:sym typeface="Roboto"/>
            </a:endParaRPr>
          </a:p>
        </p:txBody>
      </p:sp>
      <p:sp>
        <p:nvSpPr>
          <p:cNvPr id="247" name="Google Shape;247;p5"/>
          <p:cNvSpPr/>
          <p:nvPr/>
        </p:nvSpPr>
        <p:spPr>
          <a:xfrm>
            <a:off x="432650" y="525175"/>
            <a:ext cx="1042825" cy="1109795"/>
          </a:xfrm>
          <a:custGeom>
            <a:rect b="b" l="l" r="r" t="t"/>
            <a:pathLst>
              <a:path extrusionOk="0" h="1109795" w="1042825">
                <a:moveTo>
                  <a:pt x="0" y="0"/>
                </a:moveTo>
                <a:lnTo>
                  <a:pt x="1042825" y="0"/>
                </a:lnTo>
                <a:lnTo>
                  <a:pt x="1042825" y="1109796"/>
                </a:lnTo>
                <a:lnTo>
                  <a:pt x="0" y="1109796"/>
                </a:lnTo>
                <a:lnTo>
                  <a:pt x="0" y="0"/>
                </a:lnTo>
                <a:close/>
              </a:path>
            </a:pathLst>
          </a:custGeom>
          <a:blipFill rotWithShape="1">
            <a:blip r:embed="rId4">
              <a:alphaModFix/>
            </a:blip>
            <a:stretch>
              <a:fillRect b="0" l="0" r="0" t="0"/>
            </a:stretch>
          </a:blipFill>
          <a:ln>
            <a:noFill/>
          </a:ln>
        </p:spPr>
      </p:sp>
      <p:sp>
        <p:nvSpPr>
          <p:cNvPr id="248" name="Google Shape;248;p5"/>
          <p:cNvSpPr/>
          <p:nvPr/>
        </p:nvSpPr>
        <p:spPr>
          <a:xfrm>
            <a:off x="1622953" y="525175"/>
            <a:ext cx="1399814" cy="1192193"/>
          </a:xfrm>
          <a:custGeom>
            <a:rect b="b" l="l" r="r" t="t"/>
            <a:pathLst>
              <a:path extrusionOk="0" h="1192193" w="1399814">
                <a:moveTo>
                  <a:pt x="0" y="0"/>
                </a:moveTo>
                <a:lnTo>
                  <a:pt x="1399815" y="0"/>
                </a:lnTo>
                <a:lnTo>
                  <a:pt x="1399815" y="1192193"/>
                </a:lnTo>
                <a:lnTo>
                  <a:pt x="0" y="1192193"/>
                </a:lnTo>
                <a:lnTo>
                  <a:pt x="0" y="0"/>
                </a:lnTo>
                <a:close/>
              </a:path>
            </a:pathLst>
          </a:custGeom>
          <a:blipFill rotWithShape="1">
            <a:blip r:embed="rId5">
              <a:alphaModFix/>
            </a:blip>
            <a:stretch>
              <a:fillRect b="-26334" l="-9405" r="-9405" t="-13168"/>
            </a:stretch>
          </a:blipFill>
          <a:ln>
            <a:noFill/>
          </a:ln>
        </p:spPr>
      </p:sp>
      <p:sp>
        <p:nvSpPr>
          <p:cNvPr id="249" name="Google Shape;249;p5"/>
          <p:cNvSpPr txBox="1"/>
          <p:nvPr/>
        </p:nvSpPr>
        <p:spPr>
          <a:xfrm>
            <a:off x="1231175" y="3536225"/>
            <a:ext cx="162786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The proposed solution is the Volt Way mobile application, which provides a smart and efficient platform for EV charging management. The app allows users to search for nearby charging stations using a map interface and view real-time availability of chargers. Users can also book charging slots in advance to avoid waiting. Additionally, the application includes a QR code scanning feature that allows users to start charging instantly at the station. With integrated navigation, drivers can easily reach their selected charging station. This system improves accessibility, saves time, and enhances the overall EV charging experience.</a:t>
            </a:r>
            <a:endParaRPr sz="3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6"/>
          <p:cNvSpPr/>
          <p:nvPr/>
        </p:nvSpPr>
        <p:spPr>
          <a:xfrm>
            <a:off x="125875" y="525175"/>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2" l="0" r="0" t="-9222"/>
            </a:stretch>
          </a:blipFill>
          <a:ln>
            <a:noFill/>
          </a:ln>
        </p:spPr>
      </p:sp>
      <p:grpSp>
        <p:nvGrpSpPr>
          <p:cNvPr id="255" name="Google Shape;255;p6"/>
          <p:cNvGrpSpPr/>
          <p:nvPr/>
        </p:nvGrpSpPr>
        <p:grpSpPr>
          <a:xfrm>
            <a:off x="-3710668" y="6011466"/>
            <a:ext cx="7421336" cy="6493669"/>
            <a:chOff x="0" y="0"/>
            <a:chExt cx="812800" cy="711200"/>
          </a:xfrm>
        </p:grpSpPr>
        <p:sp>
          <p:nvSpPr>
            <p:cNvPr id="256" name="Google Shape;256;p6"/>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257" name="Google Shape;257;p6"/>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8" name="Google Shape;258;p6"/>
          <p:cNvGrpSpPr/>
          <p:nvPr/>
        </p:nvGrpSpPr>
        <p:grpSpPr>
          <a:xfrm rot="5400000">
            <a:off x="2696678" y="9388858"/>
            <a:ext cx="2052896" cy="1796284"/>
            <a:chOff x="0" y="0"/>
            <a:chExt cx="812800" cy="711200"/>
          </a:xfrm>
        </p:grpSpPr>
        <p:sp>
          <p:nvSpPr>
            <p:cNvPr id="259" name="Google Shape;259;p6"/>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260" name="Google Shape;260;p6"/>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1" name="Google Shape;261;p6"/>
          <p:cNvGrpSpPr/>
          <p:nvPr/>
        </p:nvGrpSpPr>
        <p:grpSpPr>
          <a:xfrm rot="10800000">
            <a:off x="14577332" y="-2218134"/>
            <a:ext cx="7421336" cy="6493669"/>
            <a:chOff x="0" y="0"/>
            <a:chExt cx="812800" cy="711200"/>
          </a:xfrm>
        </p:grpSpPr>
        <p:sp>
          <p:nvSpPr>
            <p:cNvPr id="262" name="Google Shape;262;p6"/>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263" name="Google Shape;263;p6"/>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4" name="Google Shape;264;p6"/>
          <p:cNvGrpSpPr/>
          <p:nvPr/>
        </p:nvGrpSpPr>
        <p:grpSpPr>
          <a:xfrm rot="5400000">
            <a:off x="14304978" y="-1794032"/>
            <a:ext cx="2052896" cy="3592568"/>
            <a:chOff x="0" y="0"/>
            <a:chExt cx="2737195" cy="4790090"/>
          </a:xfrm>
        </p:grpSpPr>
        <p:grpSp>
          <p:nvGrpSpPr>
            <p:cNvPr id="265" name="Google Shape;265;p6"/>
            <p:cNvGrpSpPr/>
            <p:nvPr/>
          </p:nvGrpSpPr>
          <p:grpSpPr>
            <a:xfrm>
              <a:off x="0" y="0"/>
              <a:ext cx="2737195" cy="2395045"/>
              <a:chOff x="0" y="0"/>
              <a:chExt cx="812800" cy="711200"/>
            </a:xfrm>
          </p:grpSpPr>
          <p:sp>
            <p:nvSpPr>
              <p:cNvPr id="266" name="Google Shape;266;p6"/>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267" name="Google Shape;267;p6"/>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8" name="Google Shape;268;p6"/>
            <p:cNvGrpSpPr/>
            <p:nvPr/>
          </p:nvGrpSpPr>
          <p:grpSpPr>
            <a:xfrm rot="10800000">
              <a:off x="0" y="2395045"/>
              <a:ext cx="2737195" cy="2395045"/>
              <a:chOff x="0" y="0"/>
              <a:chExt cx="812800" cy="711200"/>
            </a:xfrm>
          </p:grpSpPr>
          <p:sp>
            <p:nvSpPr>
              <p:cNvPr id="269" name="Google Shape;269;p6"/>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270" name="Google Shape;270;p6"/>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71" name="Google Shape;271;p6"/>
          <p:cNvGrpSpPr/>
          <p:nvPr/>
        </p:nvGrpSpPr>
        <p:grpSpPr>
          <a:xfrm rot="-5400000">
            <a:off x="900394" y="9388858"/>
            <a:ext cx="2052896" cy="1796284"/>
            <a:chOff x="0" y="0"/>
            <a:chExt cx="812800" cy="711200"/>
          </a:xfrm>
        </p:grpSpPr>
        <p:sp>
          <p:nvSpPr>
            <p:cNvPr id="272" name="Google Shape;272;p6"/>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273" name="Google Shape;273;p6"/>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4" name="Google Shape;274;p6"/>
          <p:cNvSpPr txBox="1"/>
          <p:nvPr/>
        </p:nvSpPr>
        <p:spPr>
          <a:xfrm>
            <a:off x="16405423" y="9070175"/>
            <a:ext cx="853877" cy="643964"/>
          </a:xfrm>
          <a:prstGeom prst="rect">
            <a:avLst/>
          </a:prstGeom>
          <a:noFill/>
          <a:ln>
            <a:noFill/>
          </a:ln>
        </p:spPr>
        <p:txBody>
          <a:bodyPr anchorCtr="0" anchor="t" bIns="0" lIns="0" spcFirstLastPara="1" rIns="0" wrap="square" tIns="0">
            <a:spAutoFit/>
          </a:bodyPr>
          <a:lstStyle/>
          <a:p>
            <a:pPr indent="0" lvl="0" marL="0" marR="0" rtl="0" algn="ctr">
              <a:lnSpc>
                <a:spcPct val="140047"/>
              </a:lnSpc>
              <a:spcBef>
                <a:spcPts val="0"/>
              </a:spcBef>
              <a:spcAft>
                <a:spcPts val="0"/>
              </a:spcAft>
              <a:buNone/>
            </a:pPr>
            <a:r>
              <a:rPr b="0" i="0" lang="en-US" sz="3793" u="none" cap="none" strike="noStrike">
                <a:solidFill>
                  <a:srgbClr val="545454"/>
                </a:solidFill>
                <a:latin typeface="Arial"/>
                <a:ea typeface="Arial"/>
                <a:cs typeface="Arial"/>
                <a:sym typeface="Arial"/>
              </a:rPr>
              <a:t>05</a:t>
            </a:r>
            <a:endParaRPr/>
          </a:p>
        </p:txBody>
      </p:sp>
      <p:sp>
        <p:nvSpPr>
          <p:cNvPr id="275" name="Google Shape;275;p6"/>
          <p:cNvSpPr txBox="1"/>
          <p:nvPr/>
        </p:nvSpPr>
        <p:spPr>
          <a:xfrm>
            <a:off x="5603904" y="853769"/>
            <a:ext cx="7080192"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545454"/>
                </a:solidFill>
                <a:latin typeface="Arial"/>
                <a:ea typeface="Arial"/>
                <a:cs typeface="Arial"/>
                <a:sym typeface="Arial"/>
              </a:rPr>
              <a:t>MARKET ANALYSIS</a:t>
            </a:r>
            <a:endParaRPr/>
          </a:p>
        </p:txBody>
      </p:sp>
      <p:sp>
        <p:nvSpPr>
          <p:cNvPr id="276" name="Google Shape;276;p6"/>
          <p:cNvSpPr txBox="1"/>
          <p:nvPr/>
        </p:nvSpPr>
        <p:spPr>
          <a:xfrm>
            <a:off x="3382788" y="2407019"/>
            <a:ext cx="11522400" cy="66939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lang="en-US" sz="2899">
                <a:solidFill>
                  <a:srgbClr val="5B694E"/>
                </a:solidFill>
                <a:latin typeface="Roboto"/>
                <a:ea typeface="Roboto"/>
                <a:cs typeface="Roboto"/>
                <a:sym typeface="Roboto"/>
              </a:rPr>
              <a:t>The global electric vehicle market is growing rapidly due to increasing environmental awareness and government support for clean energy transportation. As the number of EV users increases, the demand for efficient charging infrastructure and smart management systems is also rising. Mobile applications that help users locate and manage charging stations are becoming an important part of the EV ecosystem. Volt Way has strong market potential because it provides a convenient solution to common EV charging problems. By offering features such as real-time availability, slot booking, and navigation, the app can attract a large number of EV users and charging station providers.</a:t>
            </a:r>
            <a:endParaRPr/>
          </a:p>
        </p:txBody>
      </p:sp>
      <p:sp>
        <p:nvSpPr>
          <p:cNvPr id="277" name="Google Shape;277;p6"/>
          <p:cNvSpPr/>
          <p:nvPr/>
        </p:nvSpPr>
        <p:spPr>
          <a:xfrm>
            <a:off x="432650" y="525175"/>
            <a:ext cx="1042825" cy="1109795"/>
          </a:xfrm>
          <a:custGeom>
            <a:rect b="b" l="l" r="r" t="t"/>
            <a:pathLst>
              <a:path extrusionOk="0" h="1109795" w="1042825">
                <a:moveTo>
                  <a:pt x="0" y="0"/>
                </a:moveTo>
                <a:lnTo>
                  <a:pt x="1042825" y="0"/>
                </a:lnTo>
                <a:lnTo>
                  <a:pt x="1042825" y="1109796"/>
                </a:lnTo>
                <a:lnTo>
                  <a:pt x="0" y="1109796"/>
                </a:lnTo>
                <a:lnTo>
                  <a:pt x="0" y="0"/>
                </a:lnTo>
                <a:close/>
              </a:path>
            </a:pathLst>
          </a:custGeom>
          <a:blipFill rotWithShape="1">
            <a:blip r:embed="rId4">
              <a:alphaModFix/>
            </a:blip>
            <a:stretch>
              <a:fillRect b="0" l="0" r="0" t="0"/>
            </a:stretch>
          </a:blipFill>
          <a:ln>
            <a:noFill/>
          </a:ln>
        </p:spPr>
      </p:sp>
      <p:sp>
        <p:nvSpPr>
          <p:cNvPr id="278" name="Google Shape;278;p6"/>
          <p:cNvSpPr/>
          <p:nvPr/>
        </p:nvSpPr>
        <p:spPr>
          <a:xfrm>
            <a:off x="1622953" y="525175"/>
            <a:ext cx="1399814" cy="1192193"/>
          </a:xfrm>
          <a:custGeom>
            <a:rect b="b" l="l" r="r" t="t"/>
            <a:pathLst>
              <a:path extrusionOk="0" h="1192193" w="1399814">
                <a:moveTo>
                  <a:pt x="0" y="0"/>
                </a:moveTo>
                <a:lnTo>
                  <a:pt x="1399815" y="0"/>
                </a:lnTo>
                <a:lnTo>
                  <a:pt x="1399815" y="1192193"/>
                </a:lnTo>
                <a:lnTo>
                  <a:pt x="0" y="1192193"/>
                </a:lnTo>
                <a:lnTo>
                  <a:pt x="0" y="0"/>
                </a:lnTo>
                <a:close/>
              </a:path>
            </a:pathLst>
          </a:custGeom>
          <a:blipFill rotWithShape="1">
            <a:blip r:embed="rId5">
              <a:alphaModFix/>
            </a:blip>
            <a:stretch>
              <a:fillRect b="-26334" l="-9405" r="-9405" t="-13168"/>
            </a:stretch>
          </a:blipFill>
          <a:ln>
            <a:noFill/>
          </a:ln>
        </p:spPr>
      </p:sp>
      <p:sp>
        <p:nvSpPr>
          <p:cNvPr id="279" name="Google Shape;279;p6"/>
          <p:cNvSpPr txBox="1"/>
          <p:nvPr/>
        </p:nvSpPr>
        <p:spPr>
          <a:xfrm rot="10800000">
            <a:off x="5159548" y="5431913"/>
            <a:ext cx="853800" cy="6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2" l="0" r="0" t="-9222"/>
            </a:stretch>
          </a:blipFill>
          <a:ln>
            <a:noFill/>
          </a:ln>
        </p:spPr>
      </p:sp>
      <p:grpSp>
        <p:nvGrpSpPr>
          <p:cNvPr id="285" name="Google Shape;285;p7"/>
          <p:cNvGrpSpPr/>
          <p:nvPr/>
        </p:nvGrpSpPr>
        <p:grpSpPr>
          <a:xfrm>
            <a:off x="-3710668" y="6011466"/>
            <a:ext cx="7421336" cy="6493669"/>
            <a:chOff x="0" y="0"/>
            <a:chExt cx="812800" cy="711200"/>
          </a:xfrm>
        </p:grpSpPr>
        <p:sp>
          <p:nvSpPr>
            <p:cNvPr id="286" name="Google Shape;286;p7"/>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287" name="Google Shape;287;p7"/>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8" name="Google Shape;288;p7"/>
          <p:cNvGrpSpPr/>
          <p:nvPr/>
        </p:nvGrpSpPr>
        <p:grpSpPr>
          <a:xfrm rot="5400000">
            <a:off x="2696678" y="9388858"/>
            <a:ext cx="2052896" cy="1796284"/>
            <a:chOff x="0" y="0"/>
            <a:chExt cx="812800" cy="711200"/>
          </a:xfrm>
        </p:grpSpPr>
        <p:sp>
          <p:nvSpPr>
            <p:cNvPr id="289" name="Google Shape;289;p7"/>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290" name="Google Shape;290;p7"/>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1" name="Google Shape;291;p7"/>
          <p:cNvGrpSpPr/>
          <p:nvPr/>
        </p:nvGrpSpPr>
        <p:grpSpPr>
          <a:xfrm rot="10800000">
            <a:off x="14577332" y="-2218134"/>
            <a:ext cx="7421336" cy="6493669"/>
            <a:chOff x="0" y="0"/>
            <a:chExt cx="812800" cy="711200"/>
          </a:xfrm>
        </p:grpSpPr>
        <p:sp>
          <p:nvSpPr>
            <p:cNvPr id="292" name="Google Shape;292;p7"/>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293" name="Google Shape;293;p7"/>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4" name="Google Shape;294;p7"/>
          <p:cNvGrpSpPr/>
          <p:nvPr/>
        </p:nvGrpSpPr>
        <p:grpSpPr>
          <a:xfrm rot="5400000">
            <a:off x="14304978" y="-1794032"/>
            <a:ext cx="2052896" cy="3592568"/>
            <a:chOff x="0" y="0"/>
            <a:chExt cx="2737195" cy="4790090"/>
          </a:xfrm>
        </p:grpSpPr>
        <p:grpSp>
          <p:nvGrpSpPr>
            <p:cNvPr id="295" name="Google Shape;295;p7"/>
            <p:cNvGrpSpPr/>
            <p:nvPr/>
          </p:nvGrpSpPr>
          <p:grpSpPr>
            <a:xfrm>
              <a:off x="0" y="0"/>
              <a:ext cx="2737195" cy="2395045"/>
              <a:chOff x="0" y="0"/>
              <a:chExt cx="812800" cy="711200"/>
            </a:xfrm>
          </p:grpSpPr>
          <p:sp>
            <p:nvSpPr>
              <p:cNvPr id="296" name="Google Shape;296;p7"/>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297" name="Google Shape;297;p7"/>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8" name="Google Shape;298;p7"/>
            <p:cNvGrpSpPr/>
            <p:nvPr/>
          </p:nvGrpSpPr>
          <p:grpSpPr>
            <a:xfrm rot="10800000">
              <a:off x="0" y="2395045"/>
              <a:ext cx="2737195" cy="2395045"/>
              <a:chOff x="0" y="0"/>
              <a:chExt cx="812800" cy="711200"/>
            </a:xfrm>
          </p:grpSpPr>
          <p:sp>
            <p:nvSpPr>
              <p:cNvPr id="299" name="Google Shape;299;p7"/>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300" name="Google Shape;300;p7"/>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301" name="Google Shape;301;p7"/>
          <p:cNvGrpSpPr/>
          <p:nvPr/>
        </p:nvGrpSpPr>
        <p:grpSpPr>
          <a:xfrm rot="-5400000">
            <a:off x="900394" y="9388858"/>
            <a:ext cx="2052896" cy="1796284"/>
            <a:chOff x="0" y="0"/>
            <a:chExt cx="812800" cy="711200"/>
          </a:xfrm>
        </p:grpSpPr>
        <p:sp>
          <p:nvSpPr>
            <p:cNvPr id="302" name="Google Shape;302;p7"/>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303" name="Google Shape;303;p7"/>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4" name="Google Shape;304;p7"/>
          <p:cNvSpPr txBox="1"/>
          <p:nvPr/>
        </p:nvSpPr>
        <p:spPr>
          <a:xfrm>
            <a:off x="16405423" y="9070175"/>
            <a:ext cx="853877" cy="643964"/>
          </a:xfrm>
          <a:prstGeom prst="rect">
            <a:avLst/>
          </a:prstGeom>
          <a:noFill/>
          <a:ln>
            <a:noFill/>
          </a:ln>
        </p:spPr>
        <p:txBody>
          <a:bodyPr anchorCtr="0" anchor="t" bIns="0" lIns="0" spcFirstLastPara="1" rIns="0" wrap="square" tIns="0">
            <a:spAutoFit/>
          </a:bodyPr>
          <a:lstStyle/>
          <a:p>
            <a:pPr indent="0" lvl="0" marL="0" marR="0" rtl="0" algn="ctr">
              <a:lnSpc>
                <a:spcPct val="140047"/>
              </a:lnSpc>
              <a:spcBef>
                <a:spcPts val="0"/>
              </a:spcBef>
              <a:spcAft>
                <a:spcPts val="0"/>
              </a:spcAft>
              <a:buNone/>
            </a:pPr>
            <a:r>
              <a:rPr b="0" i="0" lang="en-US" sz="3793" u="none" cap="none" strike="noStrike">
                <a:solidFill>
                  <a:srgbClr val="545454"/>
                </a:solidFill>
                <a:latin typeface="Arial"/>
                <a:ea typeface="Arial"/>
                <a:cs typeface="Arial"/>
                <a:sym typeface="Arial"/>
              </a:rPr>
              <a:t>06</a:t>
            </a:r>
            <a:endParaRPr/>
          </a:p>
        </p:txBody>
      </p:sp>
      <p:sp>
        <p:nvSpPr>
          <p:cNvPr id="305" name="Google Shape;305;p7"/>
          <p:cNvSpPr txBox="1"/>
          <p:nvPr/>
        </p:nvSpPr>
        <p:spPr>
          <a:xfrm>
            <a:off x="5902122" y="853769"/>
            <a:ext cx="6483755"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545454"/>
                </a:solidFill>
                <a:latin typeface="Arial"/>
                <a:ea typeface="Arial"/>
                <a:cs typeface="Arial"/>
                <a:sym typeface="Arial"/>
              </a:rPr>
              <a:t>SDG ALIGNMENTS</a:t>
            </a:r>
            <a:endParaRPr/>
          </a:p>
        </p:txBody>
      </p:sp>
      <p:sp>
        <p:nvSpPr>
          <p:cNvPr id="306" name="Google Shape;306;p7"/>
          <p:cNvSpPr txBox="1"/>
          <p:nvPr/>
        </p:nvSpPr>
        <p:spPr>
          <a:xfrm>
            <a:off x="-5237374" y="3055200"/>
            <a:ext cx="19814700" cy="4461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t/>
            </a:r>
            <a:endParaRPr b="0" i="0" sz="2899" u="none" cap="none" strike="noStrike">
              <a:solidFill>
                <a:srgbClr val="5B694E"/>
              </a:solidFill>
              <a:latin typeface="Roboto"/>
              <a:ea typeface="Roboto"/>
              <a:cs typeface="Roboto"/>
              <a:sym typeface="Roboto"/>
            </a:endParaRPr>
          </a:p>
        </p:txBody>
      </p:sp>
      <p:sp>
        <p:nvSpPr>
          <p:cNvPr id="307" name="Google Shape;307;p7"/>
          <p:cNvSpPr/>
          <p:nvPr/>
        </p:nvSpPr>
        <p:spPr>
          <a:xfrm>
            <a:off x="432650" y="525175"/>
            <a:ext cx="1042825" cy="1109795"/>
          </a:xfrm>
          <a:custGeom>
            <a:rect b="b" l="l" r="r" t="t"/>
            <a:pathLst>
              <a:path extrusionOk="0" h="1109795" w="1042825">
                <a:moveTo>
                  <a:pt x="0" y="0"/>
                </a:moveTo>
                <a:lnTo>
                  <a:pt x="1042825" y="0"/>
                </a:lnTo>
                <a:lnTo>
                  <a:pt x="1042825" y="1109796"/>
                </a:lnTo>
                <a:lnTo>
                  <a:pt x="0" y="1109796"/>
                </a:lnTo>
                <a:lnTo>
                  <a:pt x="0" y="0"/>
                </a:lnTo>
                <a:close/>
              </a:path>
            </a:pathLst>
          </a:custGeom>
          <a:blipFill rotWithShape="1">
            <a:blip r:embed="rId4">
              <a:alphaModFix/>
            </a:blip>
            <a:stretch>
              <a:fillRect b="0" l="0" r="0" t="0"/>
            </a:stretch>
          </a:blipFill>
          <a:ln>
            <a:noFill/>
          </a:ln>
        </p:spPr>
      </p:sp>
      <p:sp>
        <p:nvSpPr>
          <p:cNvPr id="308" name="Google Shape;308;p7"/>
          <p:cNvSpPr/>
          <p:nvPr/>
        </p:nvSpPr>
        <p:spPr>
          <a:xfrm>
            <a:off x="1622953" y="525175"/>
            <a:ext cx="1399814" cy="1192193"/>
          </a:xfrm>
          <a:custGeom>
            <a:rect b="b" l="l" r="r" t="t"/>
            <a:pathLst>
              <a:path extrusionOk="0" h="1192193" w="1399814">
                <a:moveTo>
                  <a:pt x="0" y="0"/>
                </a:moveTo>
                <a:lnTo>
                  <a:pt x="1399815" y="0"/>
                </a:lnTo>
                <a:lnTo>
                  <a:pt x="1399815" y="1192193"/>
                </a:lnTo>
                <a:lnTo>
                  <a:pt x="0" y="1192193"/>
                </a:lnTo>
                <a:lnTo>
                  <a:pt x="0" y="0"/>
                </a:lnTo>
                <a:close/>
              </a:path>
            </a:pathLst>
          </a:custGeom>
          <a:blipFill rotWithShape="1">
            <a:blip r:embed="rId5">
              <a:alphaModFix/>
            </a:blip>
            <a:stretch>
              <a:fillRect b="-26334" l="-9405" r="-9405" t="-13168"/>
            </a:stretch>
          </a:blipFill>
          <a:ln>
            <a:noFill/>
          </a:ln>
        </p:spPr>
      </p:sp>
      <p:sp>
        <p:nvSpPr>
          <p:cNvPr id="309" name="Google Shape;309;p7"/>
          <p:cNvSpPr txBox="1"/>
          <p:nvPr/>
        </p:nvSpPr>
        <p:spPr>
          <a:xfrm>
            <a:off x="2824975" y="2939700"/>
            <a:ext cx="12038100" cy="461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The Volt Way project supports several United Nations Sustainable Development Goals (SDGs). It promotes clean and sustainable energy usage by encouraging the adoption of electric vehicles, which helps reduce air pollution and carbon emissions. The application also supports sustainable cities and communities by improving transportation infrastructure and making EV usage more practical. By reducing reliance on fossil fuel vehicles, Volt Way contributes to environmental protection and supports global efforts to combat climate change</a:t>
            </a:r>
            <a:endParaRPr sz="3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2" l="0" r="0" t="-9222"/>
            </a:stretch>
          </a:blipFill>
          <a:ln>
            <a:noFill/>
          </a:ln>
        </p:spPr>
      </p:sp>
      <p:grpSp>
        <p:nvGrpSpPr>
          <p:cNvPr id="315" name="Google Shape;315;p8"/>
          <p:cNvGrpSpPr/>
          <p:nvPr/>
        </p:nvGrpSpPr>
        <p:grpSpPr>
          <a:xfrm>
            <a:off x="-3710668" y="6011466"/>
            <a:ext cx="7421336" cy="6493669"/>
            <a:chOff x="0" y="0"/>
            <a:chExt cx="812800" cy="711200"/>
          </a:xfrm>
        </p:grpSpPr>
        <p:sp>
          <p:nvSpPr>
            <p:cNvPr id="316" name="Google Shape;316;p8"/>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317" name="Google Shape;317;p8"/>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8" name="Google Shape;318;p8"/>
          <p:cNvGrpSpPr/>
          <p:nvPr/>
        </p:nvGrpSpPr>
        <p:grpSpPr>
          <a:xfrm rot="5400000">
            <a:off x="2696678" y="9388858"/>
            <a:ext cx="2052896" cy="1796284"/>
            <a:chOff x="0" y="0"/>
            <a:chExt cx="812800" cy="711200"/>
          </a:xfrm>
        </p:grpSpPr>
        <p:sp>
          <p:nvSpPr>
            <p:cNvPr id="319" name="Google Shape;319;p8"/>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320" name="Google Shape;320;p8"/>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1" name="Google Shape;321;p8"/>
          <p:cNvGrpSpPr/>
          <p:nvPr/>
        </p:nvGrpSpPr>
        <p:grpSpPr>
          <a:xfrm rot="10800000">
            <a:off x="14577332" y="-2218134"/>
            <a:ext cx="7421336" cy="6493669"/>
            <a:chOff x="0" y="0"/>
            <a:chExt cx="812800" cy="711200"/>
          </a:xfrm>
        </p:grpSpPr>
        <p:sp>
          <p:nvSpPr>
            <p:cNvPr id="322" name="Google Shape;322;p8"/>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323" name="Google Shape;323;p8"/>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4" name="Google Shape;324;p8"/>
          <p:cNvGrpSpPr/>
          <p:nvPr/>
        </p:nvGrpSpPr>
        <p:grpSpPr>
          <a:xfrm rot="5400000">
            <a:off x="14304978" y="-1794032"/>
            <a:ext cx="2052896" cy="3592568"/>
            <a:chOff x="0" y="0"/>
            <a:chExt cx="2737195" cy="4790090"/>
          </a:xfrm>
        </p:grpSpPr>
        <p:grpSp>
          <p:nvGrpSpPr>
            <p:cNvPr id="325" name="Google Shape;325;p8"/>
            <p:cNvGrpSpPr/>
            <p:nvPr/>
          </p:nvGrpSpPr>
          <p:grpSpPr>
            <a:xfrm>
              <a:off x="0" y="0"/>
              <a:ext cx="2737195" cy="2395045"/>
              <a:chOff x="0" y="0"/>
              <a:chExt cx="812800" cy="711200"/>
            </a:xfrm>
          </p:grpSpPr>
          <p:sp>
            <p:nvSpPr>
              <p:cNvPr id="326" name="Google Shape;326;p8"/>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327" name="Google Shape;327;p8"/>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8" name="Google Shape;328;p8"/>
            <p:cNvGrpSpPr/>
            <p:nvPr/>
          </p:nvGrpSpPr>
          <p:grpSpPr>
            <a:xfrm rot="10800000">
              <a:off x="0" y="2395045"/>
              <a:ext cx="2737195" cy="2395045"/>
              <a:chOff x="0" y="0"/>
              <a:chExt cx="812800" cy="711200"/>
            </a:xfrm>
          </p:grpSpPr>
          <p:sp>
            <p:nvSpPr>
              <p:cNvPr id="329" name="Google Shape;329;p8"/>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330" name="Google Shape;330;p8"/>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331" name="Google Shape;331;p8"/>
          <p:cNvGrpSpPr/>
          <p:nvPr/>
        </p:nvGrpSpPr>
        <p:grpSpPr>
          <a:xfrm rot="-5400000">
            <a:off x="900394" y="9388858"/>
            <a:ext cx="2052896" cy="1796284"/>
            <a:chOff x="0" y="0"/>
            <a:chExt cx="812800" cy="711200"/>
          </a:xfrm>
        </p:grpSpPr>
        <p:sp>
          <p:nvSpPr>
            <p:cNvPr id="332" name="Google Shape;332;p8"/>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333" name="Google Shape;333;p8"/>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4" name="Google Shape;334;p8"/>
          <p:cNvSpPr txBox="1"/>
          <p:nvPr/>
        </p:nvSpPr>
        <p:spPr>
          <a:xfrm>
            <a:off x="16405423" y="9070175"/>
            <a:ext cx="853877" cy="643964"/>
          </a:xfrm>
          <a:prstGeom prst="rect">
            <a:avLst/>
          </a:prstGeom>
          <a:noFill/>
          <a:ln>
            <a:noFill/>
          </a:ln>
        </p:spPr>
        <p:txBody>
          <a:bodyPr anchorCtr="0" anchor="t" bIns="0" lIns="0" spcFirstLastPara="1" rIns="0" wrap="square" tIns="0">
            <a:spAutoFit/>
          </a:bodyPr>
          <a:lstStyle/>
          <a:p>
            <a:pPr indent="0" lvl="0" marL="0" marR="0" rtl="0" algn="ctr">
              <a:lnSpc>
                <a:spcPct val="140047"/>
              </a:lnSpc>
              <a:spcBef>
                <a:spcPts val="0"/>
              </a:spcBef>
              <a:spcAft>
                <a:spcPts val="0"/>
              </a:spcAft>
              <a:buNone/>
            </a:pPr>
            <a:r>
              <a:rPr b="0" i="0" lang="en-US" sz="3793" u="none" cap="none" strike="noStrike">
                <a:solidFill>
                  <a:srgbClr val="545454"/>
                </a:solidFill>
                <a:latin typeface="Arial"/>
                <a:ea typeface="Arial"/>
                <a:cs typeface="Arial"/>
                <a:sym typeface="Arial"/>
              </a:rPr>
              <a:t>07</a:t>
            </a:r>
            <a:endParaRPr/>
          </a:p>
        </p:txBody>
      </p:sp>
      <p:sp>
        <p:nvSpPr>
          <p:cNvPr id="335" name="Google Shape;335;p8"/>
          <p:cNvSpPr txBox="1"/>
          <p:nvPr/>
        </p:nvSpPr>
        <p:spPr>
          <a:xfrm>
            <a:off x="4808656" y="853769"/>
            <a:ext cx="8670688"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545454"/>
                </a:solidFill>
                <a:latin typeface="Arial"/>
                <a:ea typeface="Arial"/>
                <a:cs typeface="Arial"/>
                <a:sym typeface="Arial"/>
              </a:rPr>
              <a:t>FINANCIAL ESTIMATION</a:t>
            </a:r>
            <a:endParaRPr/>
          </a:p>
        </p:txBody>
      </p:sp>
      <p:sp>
        <p:nvSpPr>
          <p:cNvPr id="336" name="Google Shape;336;p8"/>
          <p:cNvSpPr txBox="1"/>
          <p:nvPr/>
        </p:nvSpPr>
        <p:spPr>
          <a:xfrm>
            <a:off x="2824973" y="4005475"/>
            <a:ext cx="13262400" cy="5444400"/>
          </a:xfrm>
          <a:prstGeom prst="rect">
            <a:avLst/>
          </a:prstGeom>
          <a:noFill/>
          <a:ln>
            <a:noFill/>
          </a:ln>
        </p:spPr>
        <p:txBody>
          <a:bodyPr anchorCtr="0" anchor="t" bIns="0" lIns="0" spcFirstLastPara="1" rIns="0" wrap="square" tIns="0">
            <a:spAutoFit/>
          </a:bodyPr>
          <a:lstStyle/>
          <a:p>
            <a:pPr indent="0" lvl="0" marL="914400" marR="0" rtl="0" algn="just">
              <a:lnSpc>
                <a:spcPct val="140013"/>
              </a:lnSpc>
              <a:spcBef>
                <a:spcPts val="0"/>
              </a:spcBef>
              <a:spcAft>
                <a:spcPts val="0"/>
              </a:spcAft>
              <a:buNone/>
            </a:pPr>
            <a:r>
              <a:rPr lang="en-US" sz="2899">
                <a:solidFill>
                  <a:srgbClr val="5B694E"/>
                </a:solidFill>
                <a:latin typeface="Roboto"/>
                <a:ea typeface="Roboto"/>
                <a:cs typeface="Roboto"/>
                <a:sym typeface="Roboto"/>
              </a:rPr>
              <a:t>The development of the Volt Way application involves costs related to software development, cloud services, database management, and application maintenance. Initial investment may include expenses for app design, backend server setup, testing, and deployment. However, the application has several revenue opportunities such as charging station partnerships, booking fees, advertising, and premium subscription services for advanced features. With the increasing number of EV users, the application has the potential to generate sustainable revenue and become a profitable digital platform.</a:t>
            </a:r>
            <a:endParaRPr/>
          </a:p>
        </p:txBody>
      </p:sp>
      <p:sp>
        <p:nvSpPr>
          <p:cNvPr id="337" name="Google Shape;337;p8"/>
          <p:cNvSpPr/>
          <p:nvPr/>
        </p:nvSpPr>
        <p:spPr>
          <a:xfrm>
            <a:off x="432650" y="525175"/>
            <a:ext cx="1042825" cy="1109795"/>
          </a:xfrm>
          <a:custGeom>
            <a:rect b="b" l="l" r="r" t="t"/>
            <a:pathLst>
              <a:path extrusionOk="0" h="1109795" w="1042825">
                <a:moveTo>
                  <a:pt x="0" y="0"/>
                </a:moveTo>
                <a:lnTo>
                  <a:pt x="1042825" y="0"/>
                </a:lnTo>
                <a:lnTo>
                  <a:pt x="1042825" y="1109796"/>
                </a:lnTo>
                <a:lnTo>
                  <a:pt x="0" y="1109796"/>
                </a:lnTo>
                <a:lnTo>
                  <a:pt x="0" y="0"/>
                </a:lnTo>
                <a:close/>
              </a:path>
            </a:pathLst>
          </a:custGeom>
          <a:blipFill rotWithShape="1">
            <a:blip r:embed="rId4">
              <a:alphaModFix/>
            </a:blip>
            <a:stretch>
              <a:fillRect b="0" l="0" r="0" t="0"/>
            </a:stretch>
          </a:blipFill>
          <a:ln>
            <a:noFill/>
          </a:ln>
        </p:spPr>
      </p:sp>
      <p:sp>
        <p:nvSpPr>
          <p:cNvPr id="338" name="Google Shape;338;p8"/>
          <p:cNvSpPr/>
          <p:nvPr/>
        </p:nvSpPr>
        <p:spPr>
          <a:xfrm>
            <a:off x="1622953" y="525175"/>
            <a:ext cx="1399814" cy="1192193"/>
          </a:xfrm>
          <a:custGeom>
            <a:rect b="b" l="l" r="r" t="t"/>
            <a:pathLst>
              <a:path extrusionOk="0" h="1192193" w="1399814">
                <a:moveTo>
                  <a:pt x="0" y="0"/>
                </a:moveTo>
                <a:lnTo>
                  <a:pt x="1399815" y="0"/>
                </a:lnTo>
                <a:lnTo>
                  <a:pt x="1399815" y="1192193"/>
                </a:lnTo>
                <a:lnTo>
                  <a:pt x="0" y="1192193"/>
                </a:lnTo>
                <a:lnTo>
                  <a:pt x="0" y="0"/>
                </a:lnTo>
                <a:close/>
              </a:path>
            </a:pathLst>
          </a:custGeom>
          <a:blipFill rotWithShape="1">
            <a:blip r:embed="rId5">
              <a:alphaModFix/>
            </a:blip>
            <a:stretch>
              <a:fillRect b="-26334" l="-9405" r="-9405" t="-13168"/>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9"/>
          <p:cNvSpPr/>
          <p:nvPr/>
        </p:nvSpPr>
        <p:spPr>
          <a:xfrm>
            <a:off x="164150" y="102870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2" l="0" r="0" t="-9222"/>
            </a:stretch>
          </a:blipFill>
          <a:ln>
            <a:noFill/>
          </a:ln>
        </p:spPr>
      </p:sp>
      <p:grpSp>
        <p:nvGrpSpPr>
          <p:cNvPr id="344" name="Google Shape;344;p9"/>
          <p:cNvGrpSpPr/>
          <p:nvPr/>
        </p:nvGrpSpPr>
        <p:grpSpPr>
          <a:xfrm>
            <a:off x="-3710668" y="6011466"/>
            <a:ext cx="7421336" cy="6493669"/>
            <a:chOff x="0" y="0"/>
            <a:chExt cx="812800" cy="711200"/>
          </a:xfrm>
        </p:grpSpPr>
        <p:sp>
          <p:nvSpPr>
            <p:cNvPr id="345" name="Google Shape;345;p9"/>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346" name="Google Shape;346;p9"/>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7" name="Google Shape;347;p9"/>
          <p:cNvGrpSpPr/>
          <p:nvPr/>
        </p:nvGrpSpPr>
        <p:grpSpPr>
          <a:xfrm rot="5400000">
            <a:off x="2696678" y="9388858"/>
            <a:ext cx="2052896" cy="1796284"/>
            <a:chOff x="0" y="0"/>
            <a:chExt cx="812800" cy="711200"/>
          </a:xfrm>
        </p:grpSpPr>
        <p:sp>
          <p:nvSpPr>
            <p:cNvPr id="348" name="Google Shape;348;p9"/>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349" name="Google Shape;349;p9"/>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0" name="Google Shape;350;p9"/>
          <p:cNvGrpSpPr/>
          <p:nvPr/>
        </p:nvGrpSpPr>
        <p:grpSpPr>
          <a:xfrm rot="10800000">
            <a:off x="14577332" y="-2218134"/>
            <a:ext cx="7421336" cy="6493669"/>
            <a:chOff x="0" y="0"/>
            <a:chExt cx="812800" cy="711200"/>
          </a:xfrm>
        </p:grpSpPr>
        <p:sp>
          <p:nvSpPr>
            <p:cNvPr id="351" name="Google Shape;351;p9"/>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352" name="Google Shape;352;p9"/>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3" name="Google Shape;353;p9"/>
          <p:cNvGrpSpPr/>
          <p:nvPr/>
        </p:nvGrpSpPr>
        <p:grpSpPr>
          <a:xfrm rot="5400000">
            <a:off x="14304978" y="-1794032"/>
            <a:ext cx="2052896" cy="3592568"/>
            <a:chOff x="0" y="0"/>
            <a:chExt cx="2737195" cy="4790090"/>
          </a:xfrm>
        </p:grpSpPr>
        <p:grpSp>
          <p:nvGrpSpPr>
            <p:cNvPr id="354" name="Google Shape;354;p9"/>
            <p:cNvGrpSpPr/>
            <p:nvPr/>
          </p:nvGrpSpPr>
          <p:grpSpPr>
            <a:xfrm>
              <a:off x="0" y="0"/>
              <a:ext cx="2737195" cy="2395045"/>
              <a:chOff x="0" y="0"/>
              <a:chExt cx="812800" cy="711200"/>
            </a:xfrm>
          </p:grpSpPr>
          <p:sp>
            <p:nvSpPr>
              <p:cNvPr id="355" name="Google Shape;355;p9"/>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356" name="Google Shape;356;p9"/>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7" name="Google Shape;357;p9"/>
            <p:cNvGrpSpPr/>
            <p:nvPr/>
          </p:nvGrpSpPr>
          <p:grpSpPr>
            <a:xfrm rot="10800000">
              <a:off x="0" y="2395045"/>
              <a:ext cx="2737195" cy="2395045"/>
              <a:chOff x="0" y="0"/>
              <a:chExt cx="812800" cy="711200"/>
            </a:xfrm>
          </p:grpSpPr>
          <p:sp>
            <p:nvSpPr>
              <p:cNvPr id="358" name="Google Shape;358;p9"/>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359" name="Google Shape;359;p9"/>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360" name="Google Shape;360;p9"/>
          <p:cNvGrpSpPr/>
          <p:nvPr/>
        </p:nvGrpSpPr>
        <p:grpSpPr>
          <a:xfrm rot="-5400000">
            <a:off x="900394" y="9388858"/>
            <a:ext cx="2052896" cy="1796284"/>
            <a:chOff x="0" y="0"/>
            <a:chExt cx="812800" cy="711200"/>
          </a:xfrm>
        </p:grpSpPr>
        <p:sp>
          <p:nvSpPr>
            <p:cNvPr id="361" name="Google Shape;361;p9"/>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362" name="Google Shape;362;p9"/>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3" name="Google Shape;363;p9"/>
          <p:cNvSpPr txBox="1"/>
          <p:nvPr/>
        </p:nvSpPr>
        <p:spPr>
          <a:xfrm>
            <a:off x="16405423" y="9070175"/>
            <a:ext cx="853877" cy="643964"/>
          </a:xfrm>
          <a:prstGeom prst="rect">
            <a:avLst/>
          </a:prstGeom>
          <a:noFill/>
          <a:ln>
            <a:noFill/>
          </a:ln>
        </p:spPr>
        <p:txBody>
          <a:bodyPr anchorCtr="0" anchor="t" bIns="0" lIns="0" spcFirstLastPara="1" rIns="0" wrap="square" tIns="0">
            <a:spAutoFit/>
          </a:bodyPr>
          <a:lstStyle/>
          <a:p>
            <a:pPr indent="0" lvl="0" marL="0" marR="0" rtl="0" algn="ctr">
              <a:lnSpc>
                <a:spcPct val="140047"/>
              </a:lnSpc>
              <a:spcBef>
                <a:spcPts val="0"/>
              </a:spcBef>
              <a:spcAft>
                <a:spcPts val="0"/>
              </a:spcAft>
              <a:buNone/>
            </a:pPr>
            <a:r>
              <a:rPr b="0" i="0" lang="en-US" sz="3793" u="none" cap="none" strike="noStrike">
                <a:solidFill>
                  <a:srgbClr val="545454"/>
                </a:solidFill>
                <a:latin typeface="Arial"/>
                <a:ea typeface="Arial"/>
                <a:cs typeface="Arial"/>
                <a:sym typeface="Arial"/>
              </a:rPr>
              <a:t>08</a:t>
            </a:r>
            <a:endParaRPr/>
          </a:p>
        </p:txBody>
      </p:sp>
      <p:sp>
        <p:nvSpPr>
          <p:cNvPr id="364" name="Google Shape;364;p9"/>
          <p:cNvSpPr txBox="1"/>
          <p:nvPr/>
        </p:nvSpPr>
        <p:spPr>
          <a:xfrm>
            <a:off x="6688334" y="853769"/>
            <a:ext cx="4911333"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545454"/>
                </a:solidFill>
                <a:latin typeface="Arial"/>
                <a:ea typeface="Arial"/>
                <a:cs typeface="Arial"/>
                <a:sym typeface="Arial"/>
              </a:rPr>
              <a:t>CONCLUSION</a:t>
            </a:r>
            <a:endParaRPr/>
          </a:p>
        </p:txBody>
      </p:sp>
      <p:sp>
        <p:nvSpPr>
          <p:cNvPr id="365" name="Google Shape;365;p9"/>
          <p:cNvSpPr/>
          <p:nvPr/>
        </p:nvSpPr>
        <p:spPr>
          <a:xfrm>
            <a:off x="432650" y="525175"/>
            <a:ext cx="1042825" cy="1109795"/>
          </a:xfrm>
          <a:custGeom>
            <a:rect b="b" l="l" r="r" t="t"/>
            <a:pathLst>
              <a:path extrusionOk="0" h="1109795" w="1042825">
                <a:moveTo>
                  <a:pt x="0" y="0"/>
                </a:moveTo>
                <a:lnTo>
                  <a:pt x="1042825" y="0"/>
                </a:lnTo>
                <a:lnTo>
                  <a:pt x="1042825" y="1109796"/>
                </a:lnTo>
                <a:lnTo>
                  <a:pt x="0" y="1109796"/>
                </a:lnTo>
                <a:lnTo>
                  <a:pt x="0" y="0"/>
                </a:lnTo>
                <a:close/>
              </a:path>
            </a:pathLst>
          </a:custGeom>
          <a:blipFill rotWithShape="1">
            <a:blip r:embed="rId4">
              <a:alphaModFix/>
            </a:blip>
            <a:stretch>
              <a:fillRect b="0" l="0" r="0" t="0"/>
            </a:stretch>
          </a:blipFill>
          <a:ln>
            <a:noFill/>
          </a:ln>
        </p:spPr>
      </p:sp>
      <p:sp>
        <p:nvSpPr>
          <p:cNvPr id="366" name="Google Shape;366;p9"/>
          <p:cNvSpPr/>
          <p:nvPr/>
        </p:nvSpPr>
        <p:spPr>
          <a:xfrm>
            <a:off x="1622953" y="525175"/>
            <a:ext cx="1399814" cy="1192193"/>
          </a:xfrm>
          <a:custGeom>
            <a:rect b="b" l="l" r="r" t="t"/>
            <a:pathLst>
              <a:path extrusionOk="0" h="1192193" w="1399814">
                <a:moveTo>
                  <a:pt x="0" y="0"/>
                </a:moveTo>
                <a:lnTo>
                  <a:pt x="1399815" y="0"/>
                </a:lnTo>
                <a:lnTo>
                  <a:pt x="1399815" y="1192193"/>
                </a:lnTo>
                <a:lnTo>
                  <a:pt x="0" y="1192193"/>
                </a:lnTo>
                <a:lnTo>
                  <a:pt x="0" y="0"/>
                </a:lnTo>
                <a:close/>
              </a:path>
            </a:pathLst>
          </a:custGeom>
          <a:blipFill rotWithShape="1">
            <a:blip r:embed="rId5">
              <a:alphaModFix/>
            </a:blip>
            <a:stretch>
              <a:fillRect b="-26334" l="-9405" r="-9405" t="-13168"/>
            </a:stretch>
          </a:blipFill>
          <a:ln>
            <a:noFill/>
          </a:ln>
        </p:spPr>
      </p:sp>
      <p:sp>
        <p:nvSpPr>
          <p:cNvPr id="367" name="Google Shape;367;p9"/>
          <p:cNvSpPr txBox="1"/>
          <p:nvPr/>
        </p:nvSpPr>
        <p:spPr>
          <a:xfrm>
            <a:off x="3091575" y="3556675"/>
            <a:ext cx="152391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In conclusion, the Volt Way EV Charging Station App provides a smart and user-friendly solution for the challenges faced by electric vehicle owners. By offering features such as real-time station availability, slot booking, QR code charging, and navigation, the application improves the convenience and efficiency of EV charging. The project also contributes to sustainable transportation and environmental protection. With the rapid growth of electric vehicles worldwide, Volt Way has strong potential to become an important tool for supporting the future of clean mobility…</a:t>
            </a:r>
            <a:endParaRPr sz="32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2" l="0" r="0" t="-9222"/>
            </a:stretch>
          </a:blipFill>
          <a:ln>
            <a:noFill/>
          </a:ln>
        </p:spPr>
      </p:sp>
      <p:grpSp>
        <p:nvGrpSpPr>
          <p:cNvPr id="373" name="Google Shape;373;p10"/>
          <p:cNvGrpSpPr/>
          <p:nvPr/>
        </p:nvGrpSpPr>
        <p:grpSpPr>
          <a:xfrm>
            <a:off x="-3710668" y="6011466"/>
            <a:ext cx="7421336" cy="6493669"/>
            <a:chOff x="0" y="0"/>
            <a:chExt cx="812800" cy="711200"/>
          </a:xfrm>
        </p:grpSpPr>
        <p:sp>
          <p:nvSpPr>
            <p:cNvPr id="374" name="Google Shape;374;p10"/>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375" name="Google Shape;375;p10"/>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6" name="Google Shape;376;p10"/>
          <p:cNvGrpSpPr/>
          <p:nvPr/>
        </p:nvGrpSpPr>
        <p:grpSpPr>
          <a:xfrm rot="10800000">
            <a:off x="-1024196" y="5738089"/>
            <a:ext cx="2052896" cy="1796284"/>
            <a:chOff x="0" y="0"/>
            <a:chExt cx="812800" cy="711200"/>
          </a:xfrm>
        </p:grpSpPr>
        <p:sp>
          <p:nvSpPr>
            <p:cNvPr id="377" name="Google Shape;377;p10"/>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378" name="Google Shape;378;p10"/>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9" name="Google Shape;379;p10"/>
          <p:cNvGrpSpPr/>
          <p:nvPr/>
        </p:nvGrpSpPr>
        <p:grpSpPr>
          <a:xfrm rot="10800000">
            <a:off x="14577332" y="-2218134"/>
            <a:ext cx="7421336" cy="6493669"/>
            <a:chOff x="0" y="0"/>
            <a:chExt cx="812800" cy="711200"/>
          </a:xfrm>
        </p:grpSpPr>
        <p:sp>
          <p:nvSpPr>
            <p:cNvPr id="380" name="Google Shape;380;p10"/>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381" name="Google Shape;381;p10"/>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82" name="Google Shape;382;p10"/>
          <p:cNvGrpSpPr/>
          <p:nvPr/>
        </p:nvGrpSpPr>
        <p:grpSpPr>
          <a:xfrm>
            <a:off x="17259300" y="2931737"/>
            <a:ext cx="2052896" cy="1796284"/>
            <a:chOff x="0" y="0"/>
            <a:chExt cx="812800" cy="711200"/>
          </a:xfrm>
        </p:grpSpPr>
        <p:sp>
          <p:nvSpPr>
            <p:cNvPr id="383" name="Google Shape;383;p10"/>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384" name="Google Shape;384;p10"/>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85" name="Google Shape;385;p10"/>
          <p:cNvGrpSpPr/>
          <p:nvPr/>
        </p:nvGrpSpPr>
        <p:grpSpPr>
          <a:xfrm rot="10800000">
            <a:off x="17259300" y="4728021"/>
            <a:ext cx="2052896" cy="1796284"/>
            <a:chOff x="0" y="0"/>
            <a:chExt cx="812800" cy="711200"/>
          </a:xfrm>
        </p:grpSpPr>
        <p:sp>
          <p:nvSpPr>
            <p:cNvPr id="386" name="Google Shape;386;p10"/>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387" name="Google Shape;387;p10"/>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88" name="Google Shape;388;p10"/>
          <p:cNvGrpSpPr/>
          <p:nvPr/>
        </p:nvGrpSpPr>
        <p:grpSpPr>
          <a:xfrm>
            <a:off x="-1024196" y="3941805"/>
            <a:ext cx="2052896" cy="1796284"/>
            <a:chOff x="0" y="0"/>
            <a:chExt cx="812800" cy="711200"/>
          </a:xfrm>
        </p:grpSpPr>
        <p:sp>
          <p:nvSpPr>
            <p:cNvPr id="389" name="Google Shape;389;p10"/>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390" name="Google Shape;390;p10"/>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1" name="Google Shape;391;p10"/>
          <p:cNvSpPr txBox="1"/>
          <p:nvPr/>
        </p:nvSpPr>
        <p:spPr>
          <a:xfrm>
            <a:off x="6887146" y="853769"/>
            <a:ext cx="4513708"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545454"/>
                </a:solidFill>
                <a:latin typeface="Arial"/>
                <a:ea typeface="Arial"/>
                <a:cs typeface="Arial"/>
                <a:sym typeface="Arial"/>
              </a:rPr>
              <a:t>REFERENCES</a:t>
            </a:r>
            <a:endParaRPr/>
          </a:p>
        </p:txBody>
      </p:sp>
      <p:sp>
        <p:nvSpPr>
          <p:cNvPr id="392" name="Google Shape;392;p10"/>
          <p:cNvSpPr txBox="1"/>
          <p:nvPr/>
        </p:nvSpPr>
        <p:spPr>
          <a:xfrm>
            <a:off x="3382863" y="3253819"/>
            <a:ext cx="12276374" cy="1536066"/>
          </a:xfrm>
          <a:prstGeom prst="rect">
            <a:avLst/>
          </a:prstGeom>
          <a:noFill/>
          <a:ln>
            <a:noFill/>
          </a:ln>
        </p:spPr>
        <p:txBody>
          <a:bodyPr anchorCtr="0" anchor="t" bIns="0" lIns="0" spcFirstLastPara="1" rIns="0" wrap="square" tIns="0">
            <a:spAutoFit/>
          </a:bodyPr>
          <a:lstStyle/>
          <a:p>
            <a:pPr indent="-313053" lvl="1" marL="626106" marR="0" rtl="0" algn="ctr">
              <a:lnSpc>
                <a:spcPct val="140013"/>
              </a:lnSpc>
              <a:spcBef>
                <a:spcPts val="0"/>
              </a:spcBef>
              <a:spcAft>
                <a:spcPts val="0"/>
              </a:spcAft>
              <a:buClr>
                <a:srgbClr val="5B694E"/>
              </a:buClr>
              <a:buSzPts val="2899"/>
              <a:buFont typeface="Arial"/>
              <a:buChar char="•"/>
            </a:pPr>
            <a:r>
              <a:rPr b="0" i="0" lang="en-US" sz="2899" u="none" cap="none" strike="noStrike">
                <a:solidFill>
                  <a:srgbClr val="5B694E"/>
                </a:solidFill>
                <a:latin typeface="Roboto"/>
                <a:ea typeface="Roboto"/>
                <a:cs typeface="Roboto"/>
                <a:sym typeface="Roboto"/>
              </a:rPr>
              <a:t>List the research papers, websites, or data sources used in the project.</a:t>
            </a:r>
            <a:endParaRPr/>
          </a:p>
          <a:p>
            <a:pPr indent="-313053" lvl="1" marL="626106" marR="0" rtl="0" algn="ctr">
              <a:lnSpc>
                <a:spcPct val="140013"/>
              </a:lnSpc>
              <a:spcBef>
                <a:spcPts val="0"/>
              </a:spcBef>
              <a:spcAft>
                <a:spcPts val="0"/>
              </a:spcAft>
              <a:buClr>
                <a:srgbClr val="5B694E"/>
              </a:buClr>
              <a:buSzPts val="2899"/>
              <a:buFont typeface="Arial"/>
              <a:buChar char="•"/>
            </a:pPr>
            <a:r>
              <a:rPr b="0" i="0" lang="en-US" sz="2899" u="none" cap="none" strike="noStrike">
                <a:solidFill>
                  <a:srgbClr val="5B694E"/>
                </a:solidFill>
                <a:latin typeface="Roboto"/>
                <a:ea typeface="Roboto"/>
                <a:cs typeface="Roboto"/>
                <a:sym typeface="Roboto"/>
              </a:rPr>
              <a:t>Ensure proper citation to acknowledge the original sources.</a:t>
            </a:r>
            <a:endParaRPr/>
          </a:p>
          <a:p>
            <a:pPr indent="0" lvl="0" marL="0" marR="0" rtl="0" algn="ctr">
              <a:lnSpc>
                <a:spcPct val="140013"/>
              </a:lnSpc>
              <a:spcBef>
                <a:spcPts val="0"/>
              </a:spcBef>
              <a:spcAft>
                <a:spcPts val="0"/>
              </a:spcAft>
              <a:buNone/>
            </a:pPr>
            <a:r>
              <a:t/>
            </a:r>
            <a:endParaRPr b="0" i="0" sz="2899" u="none" cap="none" strike="noStrike">
              <a:solidFill>
                <a:srgbClr val="5B694E"/>
              </a:solidFill>
              <a:latin typeface="Roboto"/>
              <a:ea typeface="Roboto"/>
              <a:cs typeface="Roboto"/>
              <a:sym typeface="Roboto"/>
            </a:endParaRPr>
          </a:p>
        </p:txBody>
      </p:sp>
      <p:sp>
        <p:nvSpPr>
          <p:cNvPr id="393" name="Google Shape;393;p10"/>
          <p:cNvSpPr/>
          <p:nvPr/>
        </p:nvSpPr>
        <p:spPr>
          <a:xfrm>
            <a:off x="432650" y="525175"/>
            <a:ext cx="1042825" cy="1109795"/>
          </a:xfrm>
          <a:custGeom>
            <a:rect b="b" l="l" r="r" t="t"/>
            <a:pathLst>
              <a:path extrusionOk="0" h="1109795" w="1042825">
                <a:moveTo>
                  <a:pt x="0" y="0"/>
                </a:moveTo>
                <a:lnTo>
                  <a:pt x="1042825" y="0"/>
                </a:lnTo>
                <a:lnTo>
                  <a:pt x="1042825" y="1109796"/>
                </a:lnTo>
                <a:lnTo>
                  <a:pt x="0" y="1109796"/>
                </a:lnTo>
                <a:lnTo>
                  <a:pt x="0" y="0"/>
                </a:lnTo>
                <a:close/>
              </a:path>
            </a:pathLst>
          </a:custGeom>
          <a:blipFill rotWithShape="1">
            <a:blip r:embed="rId4">
              <a:alphaModFix/>
            </a:blip>
            <a:stretch>
              <a:fillRect b="0" l="0" r="0" t="0"/>
            </a:stretch>
          </a:blipFill>
          <a:ln>
            <a:noFill/>
          </a:ln>
        </p:spPr>
      </p:sp>
      <p:sp>
        <p:nvSpPr>
          <p:cNvPr id="394" name="Google Shape;394;p10"/>
          <p:cNvSpPr/>
          <p:nvPr/>
        </p:nvSpPr>
        <p:spPr>
          <a:xfrm>
            <a:off x="1622953" y="525175"/>
            <a:ext cx="1399814" cy="1192193"/>
          </a:xfrm>
          <a:custGeom>
            <a:rect b="b" l="l" r="r" t="t"/>
            <a:pathLst>
              <a:path extrusionOk="0" h="1192193" w="1399814">
                <a:moveTo>
                  <a:pt x="0" y="0"/>
                </a:moveTo>
                <a:lnTo>
                  <a:pt x="1399815" y="0"/>
                </a:lnTo>
                <a:lnTo>
                  <a:pt x="1399815" y="1192193"/>
                </a:lnTo>
                <a:lnTo>
                  <a:pt x="0" y="1192193"/>
                </a:lnTo>
                <a:lnTo>
                  <a:pt x="0" y="0"/>
                </a:lnTo>
                <a:close/>
              </a:path>
            </a:pathLst>
          </a:custGeom>
          <a:blipFill rotWithShape="1">
            <a:blip r:embed="rId5">
              <a:alphaModFix/>
            </a:blip>
            <a:stretch>
              <a:fillRect b="-26334" l="-9405" r="-9405" t="-13168"/>
            </a:stretch>
          </a:blipFill>
          <a:ln>
            <a:noFill/>
          </a:ln>
        </p:spPr>
      </p:sp>
      <p:sp>
        <p:nvSpPr>
          <p:cNvPr id="395" name="Google Shape;395;p10"/>
          <p:cNvSpPr txBox="1"/>
          <p:nvPr/>
        </p:nvSpPr>
        <p:spPr>
          <a:xfrm>
            <a:off x="16405423" y="9070175"/>
            <a:ext cx="853877" cy="643964"/>
          </a:xfrm>
          <a:prstGeom prst="rect">
            <a:avLst/>
          </a:prstGeom>
          <a:noFill/>
          <a:ln>
            <a:noFill/>
          </a:ln>
        </p:spPr>
        <p:txBody>
          <a:bodyPr anchorCtr="0" anchor="t" bIns="0" lIns="0" spcFirstLastPara="1" rIns="0" wrap="square" tIns="0">
            <a:spAutoFit/>
          </a:bodyPr>
          <a:lstStyle/>
          <a:p>
            <a:pPr indent="0" lvl="0" marL="0" marR="0" rtl="0" algn="ctr">
              <a:lnSpc>
                <a:spcPct val="140047"/>
              </a:lnSpc>
              <a:spcBef>
                <a:spcPts val="0"/>
              </a:spcBef>
              <a:spcAft>
                <a:spcPts val="0"/>
              </a:spcAft>
              <a:buNone/>
            </a:pPr>
            <a:r>
              <a:rPr b="0" i="0" lang="en-US" sz="3793" u="none" cap="none" strike="noStrike">
                <a:solidFill>
                  <a:srgbClr val="545454"/>
                </a:solidFill>
                <a:latin typeface="Arial"/>
                <a:ea typeface="Arial"/>
                <a:cs typeface="Arial"/>
                <a:sym typeface="Arial"/>
              </a:rPr>
              <a:t>09</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2" l="0" r="0" t="-9222"/>
            </a:stretch>
          </a:blipFill>
          <a:ln>
            <a:noFill/>
          </a:ln>
        </p:spPr>
      </p:sp>
      <p:grpSp>
        <p:nvGrpSpPr>
          <p:cNvPr id="401" name="Google Shape;401;p11"/>
          <p:cNvGrpSpPr/>
          <p:nvPr/>
        </p:nvGrpSpPr>
        <p:grpSpPr>
          <a:xfrm>
            <a:off x="-4080619" y="6059616"/>
            <a:ext cx="7421336" cy="6493669"/>
            <a:chOff x="0" y="0"/>
            <a:chExt cx="812800" cy="711200"/>
          </a:xfrm>
        </p:grpSpPr>
        <p:sp>
          <p:nvSpPr>
            <p:cNvPr id="402" name="Google Shape;402;p1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403" name="Google Shape;403;p11"/>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4" name="Google Shape;404;p11"/>
          <p:cNvGrpSpPr/>
          <p:nvPr/>
        </p:nvGrpSpPr>
        <p:grpSpPr>
          <a:xfrm rot="10800000">
            <a:off x="-1394147" y="5786240"/>
            <a:ext cx="2052896" cy="1796284"/>
            <a:chOff x="0" y="0"/>
            <a:chExt cx="812800" cy="711200"/>
          </a:xfrm>
        </p:grpSpPr>
        <p:sp>
          <p:nvSpPr>
            <p:cNvPr id="405" name="Google Shape;405;p1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406" name="Google Shape;406;p11"/>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7" name="Google Shape;407;p11"/>
          <p:cNvGrpSpPr/>
          <p:nvPr/>
        </p:nvGrpSpPr>
        <p:grpSpPr>
          <a:xfrm>
            <a:off x="1365592" y="2702349"/>
            <a:ext cx="15893708" cy="6975769"/>
            <a:chOff x="0" y="-38100"/>
            <a:chExt cx="4078102" cy="1789811"/>
          </a:xfrm>
        </p:grpSpPr>
        <p:sp>
          <p:nvSpPr>
            <p:cNvPr id="408" name="Google Shape;408;p11"/>
            <p:cNvSpPr/>
            <p:nvPr/>
          </p:nvSpPr>
          <p:spPr>
            <a:xfrm>
              <a:off x="0" y="0"/>
              <a:ext cx="4078102" cy="1751711"/>
            </a:xfrm>
            <a:custGeom>
              <a:rect b="b" l="l" r="r" t="t"/>
              <a:pathLst>
                <a:path extrusionOk="0" h="1751711" w="4078102">
                  <a:moveTo>
                    <a:pt x="4078102" y="48711"/>
                  </a:moveTo>
                  <a:lnTo>
                    <a:pt x="4078102" y="1703000"/>
                  </a:lnTo>
                  <a:cubicBezTo>
                    <a:pt x="4078102" y="1715919"/>
                    <a:pt x="4072970" y="1728309"/>
                    <a:pt x="4063835" y="1737444"/>
                  </a:cubicBezTo>
                  <a:cubicBezTo>
                    <a:pt x="4054700" y="1746579"/>
                    <a:pt x="4042310" y="1751711"/>
                    <a:pt x="4029391" y="1751711"/>
                  </a:cubicBezTo>
                  <a:lnTo>
                    <a:pt x="48711" y="1751711"/>
                  </a:lnTo>
                  <a:cubicBezTo>
                    <a:pt x="21808" y="1751711"/>
                    <a:pt x="0" y="1729902"/>
                    <a:pt x="0" y="1703000"/>
                  </a:cubicBezTo>
                  <a:lnTo>
                    <a:pt x="0" y="48711"/>
                  </a:lnTo>
                  <a:cubicBezTo>
                    <a:pt x="0" y="21808"/>
                    <a:pt x="21808" y="0"/>
                    <a:pt x="48711" y="0"/>
                  </a:cubicBezTo>
                  <a:lnTo>
                    <a:pt x="4029391" y="0"/>
                  </a:lnTo>
                  <a:cubicBezTo>
                    <a:pt x="4056293" y="0"/>
                    <a:pt x="4078102" y="21808"/>
                    <a:pt x="4078102" y="48711"/>
                  </a:cubicBezTo>
                  <a:close/>
                </a:path>
              </a:pathLst>
            </a:custGeom>
            <a:solidFill>
              <a:srgbClr val="6DBF6C">
                <a:alpha val="46666"/>
              </a:srgbClr>
            </a:solidFill>
            <a:ln cap="rnd" cmpd="sng" w="76200">
              <a:solidFill>
                <a:srgbClr val="000000">
                  <a:alpha val="4666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1"/>
            <p:cNvSpPr txBox="1"/>
            <p:nvPr/>
          </p:nvSpPr>
          <p:spPr>
            <a:xfrm>
              <a:off x="0" y="-38100"/>
              <a:ext cx="4078102" cy="178981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0" name="Google Shape;410;p11"/>
          <p:cNvGrpSpPr/>
          <p:nvPr/>
        </p:nvGrpSpPr>
        <p:grpSpPr>
          <a:xfrm rot="10800000">
            <a:off x="14866237" y="-2354778"/>
            <a:ext cx="7421336" cy="6493669"/>
            <a:chOff x="0" y="0"/>
            <a:chExt cx="812800" cy="711200"/>
          </a:xfrm>
        </p:grpSpPr>
        <p:sp>
          <p:nvSpPr>
            <p:cNvPr id="411" name="Google Shape;411;p1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5D45D"/>
            </a:solidFill>
            <a:ln>
              <a:noFill/>
            </a:ln>
          </p:spPr>
        </p:sp>
        <p:sp>
          <p:nvSpPr>
            <p:cNvPr id="412" name="Google Shape;412;p11"/>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3" name="Google Shape;413;p11"/>
          <p:cNvGrpSpPr/>
          <p:nvPr/>
        </p:nvGrpSpPr>
        <p:grpSpPr>
          <a:xfrm>
            <a:off x="17548205" y="2795093"/>
            <a:ext cx="2052896" cy="1796284"/>
            <a:chOff x="0" y="0"/>
            <a:chExt cx="812800" cy="711200"/>
          </a:xfrm>
        </p:grpSpPr>
        <p:sp>
          <p:nvSpPr>
            <p:cNvPr id="414" name="Google Shape;414;p1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6DBF6C"/>
            </a:solidFill>
            <a:ln>
              <a:noFill/>
            </a:ln>
          </p:spPr>
        </p:sp>
        <p:sp>
          <p:nvSpPr>
            <p:cNvPr id="415" name="Google Shape;415;p11"/>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6" name="Google Shape;416;p11"/>
          <p:cNvGrpSpPr/>
          <p:nvPr/>
        </p:nvGrpSpPr>
        <p:grpSpPr>
          <a:xfrm rot="10800000">
            <a:off x="17548205" y="4591377"/>
            <a:ext cx="2052896" cy="1796284"/>
            <a:chOff x="0" y="0"/>
            <a:chExt cx="812800" cy="711200"/>
          </a:xfrm>
        </p:grpSpPr>
        <p:sp>
          <p:nvSpPr>
            <p:cNvPr id="417" name="Google Shape;417;p1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418" name="Google Shape;418;p11"/>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9" name="Google Shape;419;p11"/>
          <p:cNvGrpSpPr/>
          <p:nvPr/>
        </p:nvGrpSpPr>
        <p:grpSpPr>
          <a:xfrm>
            <a:off x="-1394147" y="3989956"/>
            <a:ext cx="2052896" cy="1796284"/>
            <a:chOff x="0" y="0"/>
            <a:chExt cx="812800" cy="711200"/>
          </a:xfrm>
        </p:grpSpPr>
        <p:sp>
          <p:nvSpPr>
            <p:cNvPr id="420" name="Google Shape;420;p1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5AAD59"/>
            </a:solidFill>
            <a:ln>
              <a:noFill/>
            </a:ln>
          </p:spPr>
        </p:sp>
        <p:sp>
          <p:nvSpPr>
            <p:cNvPr id="421" name="Google Shape;421;p11"/>
            <p:cNvSpPr txBox="1"/>
            <p:nvPr/>
          </p:nvSpPr>
          <p:spPr>
            <a:xfrm>
              <a:off x="127000" y="292100"/>
              <a:ext cx="558800" cy="368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2" name="Google Shape;422;p11"/>
          <p:cNvSpPr txBox="1"/>
          <p:nvPr/>
        </p:nvSpPr>
        <p:spPr>
          <a:xfrm>
            <a:off x="1809279" y="3183842"/>
            <a:ext cx="15006333" cy="6051572"/>
          </a:xfrm>
          <a:prstGeom prst="rect">
            <a:avLst/>
          </a:prstGeom>
          <a:noFill/>
          <a:ln>
            <a:noFill/>
          </a:ln>
        </p:spPr>
        <p:txBody>
          <a:bodyPr anchorCtr="0" anchor="t" bIns="0" lIns="0" spcFirstLastPara="1" rIns="0" wrap="square" tIns="0">
            <a:spAutoFit/>
          </a:bodyPr>
          <a:lstStyle/>
          <a:p>
            <a:pPr indent="-310263" lvl="1" marL="620529" marR="0" rtl="0" algn="just">
              <a:lnSpc>
                <a:spcPct val="139979"/>
              </a:lnSpc>
              <a:spcBef>
                <a:spcPts val="0"/>
              </a:spcBef>
              <a:spcAft>
                <a:spcPts val="0"/>
              </a:spcAft>
              <a:buClr>
                <a:srgbClr val="1D3616"/>
              </a:buClr>
              <a:buSzPts val="2874"/>
              <a:buFont typeface="Arial"/>
              <a:buChar char="•"/>
            </a:pPr>
            <a:r>
              <a:rPr b="1" i="0" lang="en-US" sz="2874" u="none" cap="none" strike="noStrike">
                <a:solidFill>
                  <a:srgbClr val="1D3616"/>
                </a:solidFill>
                <a:latin typeface="Roboto"/>
                <a:ea typeface="Roboto"/>
                <a:cs typeface="Roboto"/>
                <a:sym typeface="Roboto"/>
              </a:rPr>
              <a:t>Kindly keep the maximum slides limit up to six (10). ( Including the title slide) </a:t>
            </a:r>
            <a:endParaRPr/>
          </a:p>
          <a:p>
            <a:pPr indent="-310263" lvl="1" marL="620529" marR="0" rtl="0" algn="just">
              <a:lnSpc>
                <a:spcPct val="139979"/>
              </a:lnSpc>
              <a:spcBef>
                <a:spcPts val="0"/>
              </a:spcBef>
              <a:spcAft>
                <a:spcPts val="0"/>
              </a:spcAft>
              <a:buClr>
                <a:srgbClr val="1D3616"/>
              </a:buClr>
              <a:buSzPts val="2874"/>
              <a:buFont typeface="Arial"/>
              <a:buChar char="•"/>
            </a:pPr>
            <a:r>
              <a:rPr b="1" i="0" lang="en-US" sz="2874" u="none" cap="none" strike="noStrike">
                <a:solidFill>
                  <a:srgbClr val="1D3616"/>
                </a:solidFill>
                <a:latin typeface="Roboto"/>
                <a:ea typeface="Roboto"/>
                <a:cs typeface="Roboto"/>
                <a:sym typeface="Roboto"/>
              </a:rPr>
              <a:t>Try to avoid paragraphs and post your idea in points /diagrams / Infographics /pictures </a:t>
            </a:r>
            <a:endParaRPr/>
          </a:p>
          <a:p>
            <a:pPr indent="-310263" lvl="1" marL="620529" marR="0" rtl="0" algn="just">
              <a:lnSpc>
                <a:spcPct val="139979"/>
              </a:lnSpc>
              <a:spcBef>
                <a:spcPts val="0"/>
              </a:spcBef>
              <a:spcAft>
                <a:spcPts val="0"/>
              </a:spcAft>
              <a:buClr>
                <a:srgbClr val="1D3616"/>
              </a:buClr>
              <a:buSzPts val="2874"/>
              <a:buFont typeface="Arial"/>
              <a:buChar char="•"/>
            </a:pPr>
            <a:r>
              <a:rPr b="1" i="0" lang="en-US" sz="2874" u="none" cap="none" strike="noStrike">
                <a:solidFill>
                  <a:srgbClr val="1D3616"/>
                </a:solidFill>
                <a:latin typeface="Roboto"/>
                <a:ea typeface="Roboto"/>
                <a:cs typeface="Roboto"/>
                <a:sym typeface="Roboto"/>
              </a:rPr>
              <a:t>Keep your explanation precise and easy to understand</a:t>
            </a:r>
            <a:endParaRPr/>
          </a:p>
          <a:p>
            <a:pPr indent="-310263" lvl="1" marL="620529" marR="0" rtl="0" algn="just">
              <a:lnSpc>
                <a:spcPct val="139979"/>
              </a:lnSpc>
              <a:spcBef>
                <a:spcPts val="0"/>
              </a:spcBef>
              <a:spcAft>
                <a:spcPts val="0"/>
              </a:spcAft>
              <a:buClr>
                <a:srgbClr val="1D3616"/>
              </a:buClr>
              <a:buSzPts val="2874"/>
              <a:buFont typeface="Arial"/>
              <a:buChar char="•"/>
            </a:pPr>
            <a:r>
              <a:rPr b="1" i="0" lang="en-US" sz="2874" u="none" cap="none" strike="noStrike">
                <a:solidFill>
                  <a:srgbClr val="1D3616"/>
                </a:solidFill>
                <a:latin typeface="Roboto"/>
                <a:ea typeface="Roboto"/>
                <a:cs typeface="Roboto"/>
                <a:sym typeface="Roboto"/>
              </a:rPr>
              <a:t>Idea should be unique and novel. </a:t>
            </a:r>
            <a:endParaRPr/>
          </a:p>
          <a:p>
            <a:pPr indent="-310263" lvl="1" marL="620529" marR="0" rtl="0" algn="just">
              <a:lnSpc>
                <a:spcPct val="139979"/>
              </a:lnSpc>
              <a:spcBef>
                <a:spcPts val="0"/>
              </a:spcBef>
              <a:spcAft>
                <a:spcPts val="0"/>
              </a:spcAft>
              <a:buClr>
                <a:srgbClr val="1D3616"/>
              </a:buClr>
              <a:buSzPts val="2874"/>
              <a:buFont typeface="Arial"/>
              <a:buChar char="•"/>
            </a:pPr>
            <a:r>
              <a:rPr b="1" i="0" lang="en-US" sz="2874" u="none" cap="none" strike="noStrike">
                <a:solidFill>
                  <a:srgbClr val="1D3616"/>
                </a:solidFill>
                <a:latin typeface="Roboto"/>
                <a:ea typeface="Roboto"/>
                <a:cs typeface="Roboto"/>
                <a:sym typeface="Roboto"/>
              </a:rPr>
              <a:t>You can only use provided template for making the PPT without changing the idea details pointers (mentioned in previous slides).</a:t>
            </a:r>
            <a:endParaRPr/>
          </a:p>
          <a:p>
            <a:pPr indent="-310263" lvl="1" marL="620529" marR="0" rtl="0" algn="just">
              <a:lnSpc>
                <a:spcPct val="139979"/>
              </a:lnSpc>
              <a:spcBef>
                <a:spcPts val="0"/>
              </a:spcBef>
              <a:spcAft>
                <a:spcPts val="0"/>
              </a:spcAft>
              <a:buClr>
                <a:srgbClr val="1D3616"/>
              </a:buClr>
              <a:buSzPts val="2874"/>
              <a:buFont typeface="Arial"/>
              <a:buChar char="•"/>
            </a:pPr>
            <a:r>
              <a:rPr b="1" i="0" lang="en-US" sz="2874" u="none" cap="none" strike="noStrike">
                <a:solidFill>
                  <a:srgbClr val="1D3616"/>
                </a:solidFill>
                <a:latin typeface="Roboto"/>
                <a:ea typeface="Roboto"/>
                <a:cs typeface="Roboto"/>
                <a:sym typeface="Roboto"/>
              </a:rPr>
              <a:t>You need to save the file in PDF and upload the same on portal. No PPT, Word Doc or any other format will be supported.</a:t>
            </a:r>
            <a:endParaRPr/>
          </a:p>
          <a:p>
            <a:pPr indent="0" lvl="0" marL="0" marR="0" rtl="0" algn="just">
              <a:lnSpc>
                <a:spcPct val="139979"/>
              </a:lnSpc>
              <a:spcBef>
                <a:spcPts val="0"/>
              </a:spcBef>
              <a:spcAft>
                <a:spcPts val="0"/>
              </a:spcAft>
              <a:buNone/>
            </a:pPr>
            <a:r>
              <a:t/>
            </a:r>
            <a:endParaRPr b="1" i="0" sz="2874" u="none" cap="none" strike="noStrike">
              <a:solidFill>
                <a:srgbClr val="1D3616"/>
              </a:solidFill>
              <a:latin typeface="Roboto"/>
              <a:ea typeface="Roboto"/>
              <a:cs typeface="Roboto"/>
              <a:sym typeface="Roboto"/>
            </a:endParaRPr>
          </a:p>
          <a:p>
            <a:pPr indent="0" lvl="0" marL="0" marR="0" rtl="0" algn="just">
              <a:lnSpc>
                <a:spcPct val="139979"/>
              </a:lnSpc>
              <a:spcBef>
                <a:spcPts val="0"/>
              </a:spcBef>
              <a:spcAft>
                <a:spcPts val="0"/>
              </a:spcAft>
              <a:buNone/>
            </a:pPr>
            <a:r>
              <a:t/>
            </a:r>
            <a:endParaRPr b="1" i="0" sz="2874" u="none" cap="none" strike="noStrike">
              <a:solidFill>
                <a:srgbClr val="1D3616"/>
              </a:solidFill>
              <a:latin typeface="Roboto"/>
              <a:ea typeface="Roboto"/>
              <a:cs typeface="Roboto"/>
              <a:sym typeface="Roboto"/>
            </a:endParaRPr>
          </a:p>
          <a:p>
            <a:pPr indent="0" lvl="0" marL="0" marR="0" rtl="0" algn="just">
              <a:lnSpc>
                <a:spcPct val="139979"/>
              </a:lnSpc>
              <a:spcBef>
                <a:spcPts val="0"/>
              </a:spcBef>
              <a:spcAft>
                <a:spcPts val="0"/>
              </a:spcAft>
              <a:buNone/>
            </a:pPr>
            <a:r>
              <a:rPr b="1" i="0" lang="en-US" sz="2874" u="none" cap="none" strike="noStrike">
                <a:solidFill>
                  <a:srgbClr val="AD292F"/>
                </a:solidFill>
                <a:latin typeface="Roboto"/>
                <a:ea typeface="Roboto"/>
                <a:cs typeface="Roboto"/>
                <a:sym typeface="Roboto"/>
              </a:rPr>
              <a:t>Note - You should delete this slide (IMPORTANT INSTRUCTIONS) when you Submitting the details of your idea</a:t>
            </a:r>
            <a:r>
              <a:rPr b="1" i="0" lang="en-US" sz="2874" u="none" cap="none" strike="noStrike">
                <a:solidFill>
                  <a:srgbClr val="1D3616"/>
                </a:solidFill>
                <a:latin typeface="Roboto"/>
                <a:ea typeface="Roboto"/>
                <a:cs typeface="Roboto"/>
                <a:sym typeface="Roboto"/>
              </a:rPr>
              <a:t>.</a:t>
            </a:r>
            <a:endParaRPr/>
          </a:p>
        </p:txBody>
      </p:sp>
      <p:sp>
        <p:nvSpPr>
          <p:cNvPr id="423" name="Google Shape;423;p11"/>
          <p:cNvSpPr txBox="1"/>
          <p:nvPr/>
        </p:nvSpPr>
        <p:spPr>
          <a:xfrm>
            <a:off x="1981642" y="2048987"/>
            <a:ext cx="14619347" cy="540384"/>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3100" u="none" cap="none" strike="noStrike">
                <a:solidFill>
                  <a:srgbClr val="1800AD"/>
                </a:solidFill>
                <a:latin typeface="Roboto"/>
                <a:ea typeface="Roboto"/>
                <a:cs typeface="Roboto"/>
                <a:sym typeface="Roboto"/>
              </a:rPr>
              <a:t>Please ensure below pointers are met while submitting the Idea PPT:</a:t>
            </a:r>
            <a:endParaRPr/>
          </a:p>
        </p:txBody>
      </p:sp>
      <p:sp>
        <p:nvSpPr>
          <p:cNvPr id="424" name="Google Shape;424;p11"/>
          <p:cNvSpPr txBox="1"/>
          <p:nvPr/>
        </p:nvSpPr>
        <p:spPr>
          <a:xfrm>
            <a:off x="1365592" y="853769"/>
            <a:ext cx="15556815"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545454"/>
                </a:solidFill>
                <a:latin typeface="Arial"/>
                <a:ea typeface="Arial"/>
                <a:cs typeface="Arial"/>
                <a:sym typeface="Arial"/>
              </a:rPr>
              <a:t>IMPORTANT INSTRUCTIONS</a:t>
            </a:r>
            <a:endParaRPr/>
          </a:p>
        </p:txBody>
      </p:sp>
      <p:sp>
        <p:nvSpPr>
          <p:cNvPr id="425" name="Google Shape;425;p11"/>
          <p:cNvSpPr/>
          <p:nvPr/>
        </p:nvSpPr>
        <p:spPr>
          <a:xfrm>
            <a:off x="432650" y="525175"/>
            <a:ext cx="1571648" cy="1338540"/>
          </a:xfrm>
          <a:custGeom>
            <a:rect b="b" l="l" r="r" t="t"/>
            <a:pathLst>
              <a:path extrusionOk="0" h="1338540" w="1571648">
                <a:moveTo>
                  <a:pt x="0" y="0"/>
                </a:moveTo>
                <a:lnTo>
                  <a:pt x="1571648" y="0"/>
                </a:lnTo>
                <a:lnTo>
                  <a:pt x="1571648" y="1338541"/>
                </a:lnTo>
                <a:lnTo>
                  <a:pt x="0" y="1338541"/>
                </a:lnTo>
                <a:lnTo>
                  <a:pt x="0" y="0"/>
                </a:lnTo>
                <a:close/>
              </a:path>
            </a:pathLst>
          </a:custGeom>
          <a:blipFill rotWithShape="1">
            <a:blip r:embed="rId4">
              <a:alphaModFix/>
            </a:blip>
            <a:stretch>
              <a:fillRect b="-26334" l="-9405" r="-9405" t="-13168"/>
            </a:stretch>
          </a:blipFill>
          <a:ln>
            <a:noFill/>
          </a:ln>
        </p:spPr>
      </p:sp>
      <p:sp>
        <p:nvSpPr>
          <p:cNvPr id="426" name="Google Shape;426;p11"/>
          <p:cNvSpPr/>
          <p:nvPr/>
        </p:nvSpPr>
        <p:spPr>
          <a:xfrm>
            <a:off x="2169880" y="525175"/>
            <a:ext cx="1170836" cy="1246028"/>
          </a:xfrm>
          <a:custGeom>
            <a:rect b="b" l="l" r="r" t="t"/>
            <a:pathLst>
              <a:path extrusionOk="0" h="1246028" w="1170836">
                <a:moveTo>
                  <a:pt x="0" y="0"/>
                </a:moveTo>
                <a:lnTo>
                  <a:pt x="1170837" y="0"/>
                </a:lnTo>
                <a:lnTo>
                  <a:pt x="1170837" y="1246028"/>
                </a:lnTo>
                <a:lnTo>
                  <a:pt x="0" y="1246028"/>
                </a:lnTo>
                <a:lnTo>
                  <a:pt x="0" y="0"/>
                </a:lnTo>
                <a:close/>
              </a:path>
            </a:pathLst>
          </a:custGeom>
          <a:blipFill rotWithShape="1">
            <a:blip r:embed="rId5">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